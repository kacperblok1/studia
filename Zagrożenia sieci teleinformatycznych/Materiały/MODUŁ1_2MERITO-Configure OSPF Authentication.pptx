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9"/>
  </p:notesMasterIdLst>
  <p:sldIdLst>
    <p:sldId id="326" r:id="rId5"/>
    <p:sldId id="324" r:id="rId6"/>
    <p:sldId id="321" r:id="rId7"/>
    <p:sldId id="325" r:id="rId8"/>
  </p:sldIdLst>
  <p:sldSz cx="10691813" cy="75596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182" y="96"/>
      </p:cViewPr>
      <p:guideLst>
        <p:guide orient="horz" pos="2381"/>
        <p:guide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6188" y="1143000"/>
            <a:ext cx="43656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93710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 + treść - 1 kolumna" userDrawn="1">
  <p:cSld name="slajd tytuł + treść - 1 kolumna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520700" y="774883"/>
            <a:ext cx="965041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520700" y="1538713"/>
            <a:ext cx="9650413" cy="477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47" name="Google Shape;47;p5"/>
          <p:cNvCxnSpPr/>
          <p:nvPr/>
        </p:nvCxnSpPr>
        <p:spPr>
          <a:xfrm>
            <a:off x="520700" y="6819776"/>
            <a:ext cx="965041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" name="Google Shape;48;p5"/>
          <p:cNvCxnSpPr/>
          <p:nvPr/>
        </p:nvCxnSpPr>
        <p:spPr>
          <a:xfrm>
            <a:off x="520700" y="540000"/>
            <a:ext cx="9650413" cy="0"/>
          </a:xfrm>
          <a:prstGeom prst="straightConnector1">
            <a:avLst/>
          </a:prstGeom>
          <a:noFill/>
          <a:ln w="508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5"/>
          <p:cNvSpPr txBox="1">
            <a:spLocks noGrp="1"/>
          </p:cNvSpPr>
          <p:nvPr>
            <p:ph type="dt" idx="10"/>
          </p:nvPr>
        </p:nvSpPr>
        <p:spPr>
          <a:xfrm>
            <a:off x="7937500" y="7006700"/>
            <a:ext cx="11334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ftr" idx="11"/>
          </p:nvPr>
        </p:nvSpPr>
        <p:spPr>
          <a:xfrm>
            <a:off x="5454650" y="7006700"/>
            <a:ext cx="226694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9471923" y="7006700"/>
            <a:ext cx="6991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1A96210-1BCD-8C97-6AA9-1B4192D2D2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0700" y="6868038"/>
            <a:ext cx="809336" cy="2773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20700" y="774883"/>
            <a:ext cx="965041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20700" y="1514223"/>
            <a:ext cx="9650413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937500" y="7006700"/>
            <a:ext cx="11334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5454650" y="7006700"/>
            <a:ext cx="226694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9471923" y="7006700"/>
            <a:ext cx="69919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44">
          <p15:clr>
            <a:srgbClr val="F26B43"/>
          </p15:clr>
        </p15:guide>
        <p15:guide id="2" pos="3436">
          <p15:clr>
            <a:srgbClr val="F26B43"/>
          </p15:clr>
        </p15:guide>
        <p15:guide id="3" pos="3299">
          <p15:clr>
            <a:srgbClr val="F26B43"/>
          </p15:clr>
        </p15:guide>
        <p15:guide id="4" pos="328">
          <p15:clr>
            <a:srgbClr val="F26B43"/>
          </p15:clr>
        </p15:guide>
        <p15:guide id="5" pos="192">
          <p15:clr>
            <a:srgbClr val="F26B43"/>
          </p15:clr>
        </p15:guide>
        <p15:guide id="6" pos="6407">
          <p15:clr>
            <a:srgbClr val="F26B43"/>
          </p15:clr>
        </p15:guide>
        <p15:guide id="7" pos="6543">
          <p15:clr>
            <a:srgbClr val="F26B43"/>
          </p15:clr>
        </p15:guide>
        <p15:guide id="8" pos="1735">
          <p15:clr>
            <a:srgbClr val="F26B43"/>
          </p15:clr>
        </p15:guide>
        <p15:guide id="9" pos="1871">
          <p15:clr>
            <a:srgbClr val="F26B43"/>
          </p15:clr>
        </p15:guide>
        <p15:guide id="10" pos="4864">
          <p15:clr>
            <a:srgbClr val="F26B43"/>
          </p15:clr>
        </p15:guide>
        <p15:guide id="11" pos="50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45678F-6F01-2B2E-E3B6-E26E7F0A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TOPOLOGIA</a:t>
            </a:r>
            <a:endParaRPr lang="hr-HR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1EF90D8-C309-9BB9-408E-555FBE32D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1362635"/>
            <a:ext cx="8412313" cy="333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73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F2A3-1300-CC6D-9F4B-817C9B34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C0369A-C25C-AACA-933F-40640B1A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088906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Tracer - Configure OSPF Authentication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R1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router ospf 1</a:t>
            </a: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R1(config-router)# </a:t>
            </a:r>
            <a:r>
              <a:rPr lang="en-U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area 0 authentication message-digest</a:t>
            </a: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R1(config)# </a:t>
            </a:r>
            <a:r>
              <a:rPr lang="en-U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g0/0/0</a:t>
            </a: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R1(config-if)#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US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ospf message-digest-key 1 md5 MD5pa55</a:t>
            </a:r>
            <a:br>
              <a:rPr lang="hr-HR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381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60B8C-266F-55E5-E7D0-C3454159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F6F14E-AEB4-C6DE-2B1B-D02BE4BCF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3"/>
            <a:ext cx="9650413" cy="3680576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Tracer - Configure OSPF Authentication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R2</a:t>
            </a: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R2(config)#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router ospf 1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R2(config-router)#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area 0 authentication message-digest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R2(config)# interface g0/0/0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R2(config-if)# </a:t>
            </a:r>
            <a:r>
              <a:rPr lang="en-US" sz="1800" dirty="0" err="1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ospf message-digest-key 1 md5 MD5pa55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R2(config-if)# interface g0/0/1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R2(config-if)# </a:t>
            </a:r>
            <a:r>
              <a:rPr lang="en-US" sz="1800" dirty="0" err="1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ospf message-digest-key 1 md5 MD5pa55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7305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4E70-21CE-636A-9A02-CA9B3272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413321-816D-0EAC-03D5-9365AC6E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774882"/>
            <a:ext cx="9650413" cy="3689541"/>
          </a:xfrm>
        </p:spPr>
        <p:txBody>
          <a:bodyPr/>
          <a:lstStyle/>
          <a:p>
            <a:pPr marL="457200">
              <a:spcBef>
                <a:spcPts val="30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Packet Tracer - Configure OSPF Authentication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R3</a:t>
            </a:r>
            <a:br>
              <a:rPr lang="pl-PL" sz="1800" b="0" dirty="0">
                <a:solidFill>
                  <a:srgbClr val="EE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R3(config)#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router ospf 1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R3(config-router)# </a:t>
            </a:r>
            <a:r>
              <a:rPr lang="en-US" sz="1800" b="1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area 0 authentication message-digest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R3(config)# interface g0/0/1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R3(config-if)# </a:t>
            </a:r>
            <a:r>
              <a:rPr lang="en-US" sz="1800" dirty="0" err="1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US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ospf message-digest-key 1 md5 MD5pa55</a:t>
            </a:r>
            <a:br>
              <a:rPr lang="hr-HR" sz="1800" dirty="0">
                <a:solidFill>
                  <a:srgbClr val="EE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34607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SB OK (rgb)">
      <a:dk1>
        <a:srgbClr val="002C58"/>
      </a:dk1>
      <a:lt1>
        <a:srgbClr val="FFFFFF"/>
      </a:lt1>
      <a:dk2>
        <a:srgbClr val="4DC0E2"/>
      </a:dk2>
      <a:lt2>
        <a:srgbClr val="ACDCEB"/>
      </a:lt2>
      <a:accent1>
        <a:srgbClr val="DC4261"/>
      </a:accent1>
      <a:accent2>
        <a:srgbClr val="002243"/>
      </a:accent2>
      <a:accent3>
        <a:srgbClr val="003D7B"/>
      </a:accent3>
      <a:accent4>
        <a:srgbClr val="005AB3"/>
      </a:accent4>
      <a:accent5>
        <a:srgbClr val="0061C2"/>
      </a:accent5>
      <a:accent6>
        <a:srgbClr val="006BD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dfd687-ce92-41e8-800b-11e03cd3205f" xsi:nil="true"/>
    <lcf76f155ced4ddcb4097134ff3c332f xmlns="cc32ea10-24d7-4ab8-908a-92053f695cd3">
      <Terms xmlns="http://schemas.microsoft.com/office/infopath/2007/PartnerControls"/>
    </lcf76f155ced4ddcb4097134ff3c332f>
    <MediaLengthInSeconds xmlns="cc32ea10-24d7-4ab8-908a-92053f695cd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838B074BD1B64DBED77476FBBDC7EA" ma:contentTypeVersion="16" ma:contentTypeDescription="Utwórz nowy dokument." ma:contentTypeScope="" ma:versionID="1faa9a61b868f0e42675a6eaccbd43e2">
  <xsd:schema xmlns:xsd="http://www.w3.org/2001/XMLSchema" xmlns:xs="http://www.w3.org/2001/XMLSchema" xmlns:p="http://schemas.microsoft.com/office/2006/metadata/properties" xmlns:ns2="cc32ea10-24d7-4ab8-908a-92053f695cd3" xmlns:ns3="f1dfd687-ce92-41e8-800b-11e03cd3205f" targetNamespace="http://schemas.microsoft.com/office/2006/metadata/properties" ma:root="true" ma:fieldsID="66a0292362dbd25a5142deeef0689148" ns2:_="" ns3:_="">
    <xsd:import namespace="cc32ea10-24d7-4ab8-908a-92053f695cd3"/>
    <xsd:import namespace="f1dfd687-ce92-41e8-800b-11e03cd320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2ea10-24d7-4ab8-908a-92053f695c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Tagi obrazów" ma:readOnly="false" ma:fieldId="{5cf76f15-5ced-4ddc-b409-7134ff3c332f}" ma:taxonomyMulti="true" ma:sspId="d134e4b8-377d-442c-b5bd-7a06feb52b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fd687-ce92-41e8-800b-11e03cd3205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5a6a51-fbed-4be8-95e3-b05eba715707}" ma:internalName="TaxCatchAll" ma:showField="CatchAllData" ma:web="f1dfd687-ce92-41e8-800b-11e03cd320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721F2-3FF2-4D2A-88BB-AF0BCAFEAA31}">
  <ds:schemaRefs>
    <ds:schemaRef ds:uri="http://schemas.microsoft.com/office/2006/metadata/properties"/>
    <ds:schemaRef ds:uri="http://schemas.microsoft.com/office/infopath/2007/PartnerControls"/>
    <ds:schemaRef ds:uri="f1dfd687-ce92-41e8-800b-11e03cd3205f"/>
    <ds:schemaRef ds:uri="cc32ea10-24d7-4ab8-908a-92053f695cd3"/>
  </ds:schemaRefs>
</ds:datastoreItem>
</file>

<file path=customXml/itemProps2.xml><?xml version="1.0" encoding="utf-8"?>
<ds:datastoreItem xmlns:ds="http://schemas.openxmlformats.org/officeDocument/2006/customXml" ds:itemID="{085157BF-583F-48A4-B39C-8F058835DF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8D8022-2741-4431-94F1-7D2F6E0B93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32ea10-24d7-4ab8-908a-92053f695cd3"/>
    <ds:schemaRef ds:uri="f1dfd687-ce92-41e8-800b-11e03cd320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158</Words>
  <Application>Microsoft Office PowerPoint</Application>
  <PresentationFormat>Niestandardowy</PresentationFormat>
  <Paragraphs>4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Georgia</vt:lpstr>
      <vt:lpstr>Office Theme</vt:lpstr>
      <vt:lpstr>TOPOLOGIA</vt:lpstr>
      <vt:lpstr>Packet Tracer - Configure OSPF Authentication R1  R1(config)# router ospf 1 R1(config-router)# area 0 authentication message-digest  R1(config)# interface g0/0/0 R1(config-if)# ip ospf message-digest-key 1 md5 MD5pa55 </vt:lpstr>
      <vt:lpstr>Packet Tracer - Configure OSPF Authentication R2  R2(config)# router ospf 1 R2(config-router)# area 0 authentication message-digest  R2(config)# interface g0/0/0 R2(config-if)# ip ospf message-digest-key 1 md5 MD5pa55 R2(config-if)# interface g0/0/1 R2(config-if)# ip ospf message-digest-key 1 md5 MD5pa55 </vt:lpstr>
      <vt:lpstr>Packet Tracer - Configure OSPF Authentication R3  R3(config)# router ospf 1 R3(config-router)# area 0 authentication message-digest  R3(config)# interface g0/0/1 R3(config-if)# ip ospf message-digest-key 1 md5 MD5pa55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akornowska</dc:creator>
  <cp:lastModifiedBy>Jerzy Kluczewski</cp:lastModifiedBy>
  <cp:revision>18</cp:revision>
  <dcterms:modified xsi:type="dcterms:W3CDTF">2024-12-21T18:07:29Z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0x010100C4838B074BD1B64DBED77476FBBDC7EA</vt:lpwstr>
  </property>
  <property fmtid="{D5CDD505-2E9C-101B-9397-08002B2CF9AE}" pid="3" name="MediaServiceImageTags">
    <vt:lpwstr/>
  </property>
</Properties>
</file>