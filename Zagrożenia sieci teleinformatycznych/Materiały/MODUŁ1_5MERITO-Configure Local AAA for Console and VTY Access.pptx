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10"/>
  </p:notesMasterIdLst>
  <p:sldIdLst>
    <p:sldId id="333" r:id="rId5"/>
    <p:sldId id="334" r:id="rId6"/>
    <p:sldId id="335" r:id="rId7"/>
    <p:sldId id="336" r:id="rId8"/>
    <p:sldId id="337" r:id="rId9"/>
  </p:sldIdLst>
  <p:sldSz cx="10691813" cy="7559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182" y="96"/>
      </p:cViewPr>
      <p:guideLst>
        <p:guide orient="horz" pos="2381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6188" y="1143000"/>
            <a:ext cx="4365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93710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 + treść - 1 kolumna" userDrawn="1">
  <p:cSld name="slajd tytuł + treść - 1 kolumna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520700" y="774883"/>
            <a:ext cx="96504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520700" y="1538713"/>
            <a:ext cx="9650413" cy="477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47" name="Google Shape;47;p5"/>
          <p:cNvCxnSpPr/>
          <p:nvPr/>
        </p:nvCxnSpPr>
        <p:spPr>
          <a:xfrm>
            <a:off x="520700" y="6819776"/>
            <a:ext cx="965041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" name="Google Shape;48;p5"/>
          <p:cNvCxnSpPr/>
          <p:nvPr/>
        </p:nvCxnSpPr>
        <p:spPr>
          <a:xfrm>
            <a:off x="520700" y="540000"/>
            <a:ext cx="9650413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5"/>
          <p:cNvSpPr txBox="1">
            <a:spLocks noGrp="1"/>
          </p:cNvSpPr>
          <p:nvPr>
            <p:ph type="dt" idx="10"/>
          </p:nvPr>
        </p:nvSpPr>
        <p:spPr>
          <a:xfrm>
            <a:off x="7937500" y="7006700"/>
            <a:ext cx="11334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ftr" idx="11"/>
          </p:nvPr>
        </p:nvSpPr>
        <p:spPr>
          <a:xfrm>
            <a:off x="5454650" y="7006700"/>
            <a:ext cx="226694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9471923" y="7006700"/>
            <a:ext cx="6991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1A96210-1BCD-8C97-6AA9-1B4192D2D2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0700" y="6868038"/>
            <a:ext cx="809336" cy="2773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20700" y="774883"/>
            <a:ext cx="96504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20700" y="1514223"/>
            <a:ext cx="9650413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937500" y="7006700"/>
            <a:ext cx="11334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454650" y="7006700"/>
            <a:ext cx="226694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9471923" y="7006700"/>
            <a:ext cx="6991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44">
          <p15:clr>
            <a:srgbClr val="F26B43"/>
          </p15:clr>
        </p15:guide>
        <p15:guide id="2" pos="3436">
          <p15:clr>
            <a:srgbClr val="F26B43"/>
          </p15:clr>
        </p15:guide>
        <p15:guide id="3" pos="3299">
          <p15:clr>
            <a:srgbClr val="F26B43"/>
          </p15:clr>
        </p15:guide>
        <p15:guide id="4" pos="328">
          <p15:clr>
            <a:srgbClr val="F26B43"/>
          </p15:clr>
        </p15:guide>
        <p15:guide id="5" pos="192">
          <p15:clr>
            <a:srgbClr val="F26B43"/>
          </p15:clr>
        </p15:guide>
        <p15:guide id="6" pos="6407">
          <p15:clr>
            <a:srgbClr val="F26B43"/>
          </p15:clr>
        </p15:guide>
        <p15:guide id="7" pos="6543">
          <p15:clr>
            <a:srgbClr val="F26B43"/>
          </p15:clr>
        </p15:guide>
        <p15:guide id="8" pos="1735">
          <p15:clr>
            <a:srgbClr val="F26B43"/>
          </p15:clr>
        </p15:guide>
        <p15:guide id="9" pos="1871">
          <p15:clr>
            <a:srgbClr val="F26B43"/>
          </p15:clr>
        </p15:guide>
        <p15:guide id="10" pos="4864">
          <p15:clr>
            <a:srgbClr val="F26B43"/>
          </p15:clr>
        </p15:guide>
        <p15:guide id="11" pos="50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F4BE-A49F-841E-5DD2-983CC4C39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832EFD-1A26-41A8-C268-C62112BD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08890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Local AAA for Console and VTY Access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0AECDAC-644A-3942-3733-89A50036E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1367161"/>
            <a:ext cx="10088464" cy="427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2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D7C8-02DA-A2B3-2CEB-083812BE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8A691F-2959-5DE5-6CA3-51EF2DFE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08890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Local AAA for Console and VTY Access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 Admin1 secret admin1pa55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aaa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new-model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aaa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authentication login default local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line console 0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R1(config-line)#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login authentication default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37997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C28A-E0C7-53F1-8079-484D8581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38C636-2E1A-0D51-6AC9-CBD7E255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5954392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Local AAA for Console and VTY Access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9464D53-1467-62CE-179B-47B0FBA13F2A}"/>
              </a:ext>
            </a:extLst>
          </p:cNvPr>
          <p:cNvSpPr txBox="1"/>
          <p:nvPr/>
        </p:nvSpPr>
        <p:spPr>
          <a:xfrm>
            <a:off x="2672179" y="1111926"/>
            <a:ext cx="5344356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R1(config-line)# </a:t>
            </a:r>
            <a:r>
              <a:rPr lang="en-US" sz="14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%SYS-5-CONFIG_I: Configured from console by console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R1# </a:t>
            </a:r>
            <a:r>
              <a:rPr lang="en-US" sz="14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exit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 con0 is now available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Press RETURN to get started.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************ AUTHORIZED ACCESS ONLY *************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UNAUTHORIZED ACCESS TO THIS DEVICE IS PROHIBITED.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 Access Verification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Username: </a:t>
            </a:r>
            <a:r>
              <a:rPr lang="en-US" sz="14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Admin1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Password: </a:t>
            </a:r>
            <a:r>
              <a:rPr lang="en-US" sz="14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admin1pa55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R1&gt;</a:t>
            </a:r>
            <a:endParaRPr lang="hr-HR" sz="1400" dirty="0">
              <a:solidFill>
                <a:srgbClr val="EE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18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A4B56-C742-2C45-546C-88603C7D8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7EBDB7-F327-F917-F60C-7857D98B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1"/>
            <a:ext cx="9650413" cy="4960093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Local AAA for Console and VTY Access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domain-name netsec.com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crypto key generate </a:t>
            </a:r>
            <a:r>
              <a:rPr lang="en-US" sz="1800" b="1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rsa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general-keys modulus 1024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 name for the keys will be: R1.netsec.com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The key modulus size is 1024 bits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% Generating 1024 bit RSA keys, keys will be non-exportable...[OK]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aaa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authentication login SSH-LOGIN local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line vty 0 4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R1(config-line)#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login authentication SSH-LOGIN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R1(config-line)#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transport input ssh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R1(config-line)#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95105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49A4-388A-1BBE-21F5-776488C4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4CB727-B846-FB8A-349A-57FBDA1D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088906"/>
          </a:xfrm>
        </p:spPr>
        <p:txBody>
          <a:bodyPr/>
          <a:lstStyle/>
          <a:p>
            <a:pPr marL="228600">
              <a:spcBef>
                <a:spcPts val="600"/>
              </a:spcBef>
              <a:spcAft>
                <a:spcPts val="600"/>
              </a:spcAft>
            </a:pPr>
            <a:br>
              <a:rPr lang="pl-PL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Verify the SSH configuration SSH to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R1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command prompt of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PC-A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hr-H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PC&gt; </a:t>
            </a: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ssh –l Admin1 192.168.1.1</a:t>
            </a: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Open</a:t>
            </a: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Password: </a:t>
            </a: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admin1pa55</a:t>
            </a:r>
            <a:endParaRPr lang="hr-HR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3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SB OK (rgb)">
      <a:dk1>
        <a:srgbClr val="002C58"/>
      </a:dk1>
      <a:lt1>
        <a:srgbClr val="FFFFFF"/>
      </a:lt1>
      <a:dk2>
        <a:srgbClr val="4DC0E2"/>
      </a:dk2>
      <a:lt2>
        <a:srgbClr val="ACDCEB"/>
      </a:lt2>
      <a:accent1>
        <a:srgbClr val="DC4261"/>
      </a:accent1>
      <a:accent2>
        <a:srgbClr val="002243"/>
      </a:accent2>
      <a:accent3>
        <a:srgbClr val="003D7B"/>
      </a:accent3>
      <a:accent4>
        <a:srgbClr val="005AB3"/>
      </a:accent4>
      <a:accent5>
        <a:srgbClr val="0061C2"/>
      </a:accent5>
      <a:accent6>
        <a:srgbClr val="006BD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dfd687-ce92-41e8-800b-11e03cd3205f" xsi:nil="true"/>
    <lcf76f155ced4ddcb4097134ff3c332f xmlns="cc32ea10-24d7-4ab8-908a-92053f695cd3">
      <Terms xmlns="http://schemas.microsoft.com/office/infopath/2007/PartnerControls"/>
    </lcf76f155ced4ddcb4097134ff3c332f>
    <MediaLengthInSeconds xmlns="cc32ea10-24d7-4ab8-908a-92053f695cd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838B074BD1B64DBED77476FBBDC7EA" ma:contentTypeVersion="16" ma:contentTypeDescription="Utwórz nowy dokument." ma:contentTypeScope="" ma:versionID="1faa9a61b868f0e42675a6eaccbd43e2">
  <xsd:schema xmlns:xsd="http://www.w3.org/2001/XMLSchema" xmlns:xs="http://www.w3.org/2001/XMLSchema" xmlns:p="http://schemas.microsoft.com/office/2006/metadata/properties" xmlns:ns2="cc32ea10-24d7-4ab8-908a-92053f695cd3" xmlns:ns3="f1dfd687-ce92-41e8-800b-11e03cd3205f" targetNamespace="http://schemas.microsoft.com/office/2006/metadata/properties" ma:root="true" ma:fieldsID="66a0292362dbd25a5142deeef0689148" ns2:_="" ns3:_="">
    <xsd:import namespace="cc32ea10-24d7-4ab8-908a-92053f695cd3"/>
    <xsd:import namespace="f1dfd687-ce92-41e8-800b-11e03cd320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2ea10-24d7-4ab8-908a-92053f695c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i obrazów" ma:readOnly="false" ma:fieldId="{5cf76f15-5ced-4ddc-b409-7134ff3c332f}" ma:taxonomyMulti="true" ma:sspId="d134e4b8-377d-442c-b5bd-7a06feb52b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fd687-ce92-41e8-800b-11e03cd3205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5a6a51-fbed-4be8-95e3-b05eba715707}" ma:internalName="TaxCatchAll" ma:showField="CatchAllData" ma:web="f1dfd687-ce92-41e8-800b-11e03cd320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7721F2-3FF2-4D2A-88BB-AF0BCAFEAA31}">
  <ds:schemaRefs>
    <ds:schemaRef ds:uri="http://schemas.microsoft.com/office/2006/metadata/properties"/>
    <ds:schemaRef ds:uri="http://schemas.microsoft.com/office/infopath/2007/PartnerControls"/>
    <ds:schemaRef ds:uri="f1dfd687-ce92-41e8-800b-11e03cd3205f"/>
    <ds:schemaRef ds:uri="cc32ea10-24d7-4ab8-908a-92053f695cd3"/>
  </ds:schemaRefs>
</ds:datastoreItem>
</file>

<file path=customXml/itemProps2.xml><?xml version="1.0" encoding="utf-8"?>
<ds:datastoreItem xmlns:ds="http://schemas.openxmlformats.org/officeDocument/2006/customXml" ds:itemID="{898D8022-2741-4431-94F1-7D2F6E0B93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32ea10-24d7-4ab8-908a-92053f695cd3"/>
    <ds:schemaRef ds:uri="f1dfd687-ce92-41e8-800b-11e03cd320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5157BF-583F-48A4-B39C-8F058835DF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292</Words>
  <Application>Microsoft Office PowerPoint</Application>
  <PresentationFormat>Niestandardowy</PresentationFormat>
  <Paragraphs>21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Georgia</vt:lpstr>
      <vt:lpstr>Office Theme</vt:lpstr>
      <vt:lpstr>Configure Local AAA for Console and VTY Access    </vt:lpstr>
      <vt:lpstr>Configure Local AAA for Console and VTY Access   R1(config)# username Admin1 secret admin1pa55  R1(config)# aaa new-model R1(config)# aaa authentication login default local  R1(config)# line console 0 R1(config-line)# login authentication default   </vt:lpstr>
      <vt:lpstr>Configure Local AAA for Console and VTY Access    </vt:lpstr>
      <vt:lpstr>Configure Local AAA for Console and VTY Access  R1(config)# ip domain-name netsec.com  R1(config)# crypto key generate rsa general-keys modulus 1024 The name for the keys will be: R1.netsec.com   % The key modulus size is 1024 bits % Generating 1024 bit RSA keys, keys will be non-exportable...[OK]  R1(config)# aaa authentication login SSH-LOGIN local   R1(config)# line vty 0 4 R1(config-line)# login authentication SSH-LOGIN R1(config-line)# transport input ssh R1(config-line)# end   </vt:lpstr>
      <vt:lpstr>   Verify the SSH configuration SSH to R1 from the command prompt of PC-A.    PC&gt; ssh –l Admin1 192.168.1.1 Open Password: admin1pa55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akornowska</dc:creator>
  <cp:lastModifiedBy>Jerzy Kluczewski</cp:lastModifiedBy>
  <cp:revision>21</cp:revision>
  <dcterms:modified xsi:type="dcterms:W3CDTF">2024-12-21T18:08:06Z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0x010100C4838B074BD1B64DBED77476FBBDC7EA</vt:lpwstr>
  </property>
  <property fmtid="{D5CDD505-2E9C-101B-9397-08002B2CF9AE}" pid="3" name="MediaServiceImageTags">
    <vt:lpwstr/>
  </property>
</Properties>
</file>