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0"/>
  </p:notesMasterIdLst>
  <p:sldIdLst>
    <p:sldId id="326" r:id="rId5"/>
    <p:sldId id="327" r:id="rId6"/>
    <p:sldId id="324" r:id="rId7"/>
    <p:sldId id="321" r:id="rId8"/>
    <p:sldId id="325" r:id="rId9"/>
  </p:sldIdLst>
  <p:sldSz cx="10691813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82" y="96"/>
      </p:cViewPr>
      <p:guideLst>
        <p:guide orient="horz" pos="2381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6188" y="1143000"/>
            <a:ext cx="4365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93710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 + treść - 1 kolumna" userDrawn="1">
  <p:cSld name="slajd tytuł + treść - 1 kolumna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520700" y="1538713"/>
            <a:ext cx="9650413" cy="477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47" name="Google Shape;47;p5"/>
          <p:cNvCxnSpPr/>
          <p:nvPr/>
        </p:nvCxnSpPr>
        <p:spPr>
          <a:xfrm>
            <a:off x="520700" y="6819776"/>
            <a:ext cx="965041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" name="Google Shape;48;p5"/>
          <p:cNvCxnSpPr/>
          <p:nvPr/>
        </p:nvCxnSpPr>
        <p:spPr>
          <a:xfrm>
            <a:off x="520700" y="540000"/>
            <a:ext cx="9650413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5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1A96210-1BCD-8C97-6AA9-1B4192D2D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700" y="6868038"/>
            <a:ext cx="809336" cy="2773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20700" y="1514223"/>
            <a:ext cx="9650413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44">
          <p15:clr>
            <a:srgbClr val="F26B43"/>
          </p15:clr>
        </p15:guide>
        <p15:guide id="2" pos="3436">
          <p15:clr>
            <a:srgbClr val="F26B43"/>
          </p15:clr>
        </p15:guide>
        <p15:guide id="3" pos="3299">
          <p15:clr>
            <a:srgbClr val="F26B43"/>
          </p15:clr>
        </p15:guide>
        <p15:guide id="4" pos="328">
          <p15:clr>
            <a:srgbClr val="F26B43"/>
          </p15:clr>
        </p15:guide>
        <p15:guide id="5" pos="192">
          <p15:clr>
            <a:srgbClr val="F26B43"/>
          </p15:clr>
        </p15:guide>
        <p15:guide id="6" pos="6407">
          <p15:clr>
            <a:srgbClr val="F26B43"/>
          </p15:clr>
        </p15:guide>
        <p15:guide id="7" pos="6543">
          <p15:clr>
            <a:srgbClr val="F26B43"/>
          </p15:clr>
        </p15:guide>
        <p15:guide id="8" pos="1735">
          <p15:clr>
            <a:srgbClr val="F26B43"/>
          </p15:clr>
        </p15:guide>
        <p15:guide id="9" pos="1871">
          <p15:clr>
            <a:srgbClr val="F26B43"/>
          </p15:clr>
        </p15:guide>
        <p15:guide id="10" pos="4864">
          <p15:clr>
            <a:srgbClr val="F26B43"/>
          </p15:clr>
        </p15:guide>
        <p15:guide id="11" pos="50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050B-B63B-CA0C-7F43-C54022F3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787658-21C9-93D6-15CB-386316A3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and Verify NTP</a:t>
            </a: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NETWORK TIME PROTOCOL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2B9E84C-1912-36AB-AFC7-737EF8FB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00" y="1200134"/>
            <a:ext cx="5282977" cy="3510732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93B18C32-CE76-6CEA-BB89-BCD5D139C2E2}"/>
              </a:ext>
            </a:extLst>
          </p:cNvPr>
          <p:cNvSpPr txBox="1"/>
          <p:nvPr/>
        </p:nvSpPr>
        <p:spPr>
          <a:xfrm>
            <a:off x="1882066" y="1630523"/>
            <a:ext cx="5344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time </a:t>
            </a:r>
            <a:r>
              <a:rPr lang="hr-HR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synchronization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06074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5254-4889-E2BF-0647-64FE8C7E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5B815A-E1AB-BBA7-65A5-796F66C6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and Verify NTP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ED5908B-2693-93BD-4A81-5C6C6C05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16" y="1091855"/>
            <a:ext cx="5691580" cy="554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7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F2A3-1300-CC6D-9F4B-817C9B34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C0369A-C25C-AACA-933F-40640B1A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and Verify NTP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DDFA1BF-224C-8B27-1A53-67469BA43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70" y="4537445"/>
            <a:ext cx="8419577" cy="193183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5F8F25AA-8D79-1C41-1114-80B733B6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82" y="1685922"/>
            <a:ext cx="8449465" cy="217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0B8C-266F-55E5-E7D0-C3454159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F6F14E-AEB4-C6DE-2B1B-D02BE4BC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3"/>
            <a:ext cx="9650413" cy="368057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and Verify NTP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BEFD4F5-3754-3DD4-3539-DD341A44C282}"/>
              </a:ext>
            </a:extLst>
          </p:cNvPr>
          <p:cNvSpPr txBox="1"/>
          <p:nvPr/>
        </p:nvSpPr>
        <p:spPr>
          <a:xfrm>
            <a:off x="192226" y="1753397"/>
            <a:ext cx="8410236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R1#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status</a:t>
            </a:r>
            <a:endParaRPr lang="en-US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%NTP is not enabled.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R1#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clock detail</a:t>
            </a:r>
            <a:endParaRPr lang="pl-PL" sz="1800" b="1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pt-BR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R1# 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 t</a:t>
            </a:r>
            <a:endParaRPr lang="pt-BR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600"/>
              </a:spcBef>
              <a:spcAft>
                <a:spcPts val="600"/>
              </a:spcAft>
            </a:pPr>
            <a:r>
              <a:rPr lang="pt-BR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R1(config)# 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 server</a:t>
            </a:r>
            <a:r>
              <a:rPr lang="pl-PL" sz="1800" b="1" dirty="0">
                <a:latin typeface="Courier New" panose="02070309020205020404" pitchFamily="49" charset="0"/>
              </a:rPr>
              <a:t>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209.165.200.225</a:t>
            </a:r>
            <a:endParaRPr lang="pt-BR" sz="1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pl-PL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R1#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status</a:t>
            </a:r>
            <a:endParaRPr lang="en-US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Clock is synchronized, stratum 2, reference is 209.165.200.225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R1#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associations</a:t>
            </a:r>
            <a:endParaRPr lang="pl-PL" sz="1800" b="1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hr-HR" sz="2400" dirty="0">
                <a:effectLst/>
              </a:rPr>
              <a:t>R1#show </a:t>
            </a:r>
            <a:r>
              <a:rPr lang="hr-HR" sz="2400" dirty="0" err="1">
                <a:effectLst/>
              </a:rPr>
              <a:t>clock</a:t>
            </a:r>
            <a:r>
              <a:rPr lang="hr-HR" sz="2400" dirty="0">
                <a:effectLst/>
              </a:rPr>
              <a:t> </a:t>
            </a:r>
            <a:r>
              <a:rPr lang="hr-HR" sz="2400" dirty="0" err="1">
                <a:effectLst/>
              </a:rPr>
              <a:t>detail</a:t>
            </a:r>
            <a:endParaRPr lang="en-US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en-US" sz="18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052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4E70-21CE-636A-9A02-CA9B3272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413321-816D-0EAC-03D5-9365AC6E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689541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and Verify NTP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R2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hr-HR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7D6D1F5-D587-FF72-C7DD-8988A2B1CF16}"/>
              </a:ext>
            </a:extLst>
          </p:cNvPr>
          <p:cNvSpPr txBox="1"/>
          <p:nvPr/>
        </p:nvSpPr>
        <p:spPr>
          <a:xfrm>
            <a:off x="941033" y="1722268"/>
            <a:ext cx="8824404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status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2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%NTP is not enabled.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clock detail</a:t>
            </a:r>
            <a:endParaRPr lang="pl-PL" sz="1400" b="1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pl-PL" sz="1400" b="1" dirty="0"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pt-BR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pt-BR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 t</a:t>
            </a:r>
            <a:endParaRPr lang="pt-BR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600"/>
              </a:spcBef>
              <a:spcAft>
                <a:spcPts val="600"/>
              </a:spcAft>
            </a:pPr>
            <a:r>
              <a:rPr lang="pt-BR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(config)# </a:t>
            </a:r>
            <a:r>
              <a:rPr lang="pt-BR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 server</a:t>
            </a:r>
            <a:r>
              <a:rPr lang="pl-PL" sz="1400" b="1" dirty="0">
                <a:latin typeface="Courier New" panose="02070309020205020404" pitchFamily="49" charset="0"/>
              </a:rPr>
              <a:t> </a:t>
            </a:r>
            <a:r>
              <a:rPr lang="pt-BR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209.165.200.225</a:t>
            </a:r>
            <a:endParaRPr lang="pt-BR" sz="1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pl-PL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status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Clock is synchronized, stratum 2, reference is 209.165.200.225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pl-PL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 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show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ntp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associations</a:t>
            </a:r>
            <a:endParaRPr lang="pl-PL" sz="1400" b="1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endParaRPr lang="hr-HR" sz="1800" dirty="0">
              <a:effectLst/>
            </a:endParaRPr>
          </a:p>
          <a:p>
            <a:pPr marL="457200" marR="0" algn="l">
              <a:spcBef>
                <a:spcPts val="300"/>
              </a:spcBef>
              <a:spcAft>
                <a:spcPts val="300"/>
              </a:spcAft>
            </a:pPr>
            <a:r>
              <a:rPr lang="hr-HR" sz="1800" dirty="0">
                <a:effectLst/>
              </a:rPr>
              <a:t>R2#show </a:t>
            </a:r>
            <a:r>
              <a:rPr lang="hr-HR" sz="1800" dirty="0" err="1">
                <a:effectLst/>
              </a:rPr>
              <a:t>clock</a:t>
            </a:r>
            <a:r>
              <a:rPr lang="hr-HR" sz="1800" dirty="0">
                <a:effectLst/>
              </a:rPr>
              <a:t> </a:t>
            </a:r>
            <a:r>
              <a:rPr lang="hr-HR" sz="1800" dirty="0" err="1">
                <a:effectLst/>
              </a:rPr>
              <a:t>detail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0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SB OK (rgb)">
      <a:dk1>
        <a:srgbClr val="002C58"/>
      </a:dk1>
      <a:lt1>
        <a:srgbClr val="FFFFFF"/>
      </a:lt1>
      <a:dk2>
        <a:srgbClr val="4DC0E2"/>
      </a:dk2>
      <a:lt2>
        <a:srgbClr val="ACDCEB"/>
      </a:lt2>
      <a:accent1>
        <a:srgbClr val="DC4261"/>
      </a:accent1>
      <a:accent2>
        <a:srgbClr val="002243"/>
      </a:accent2>
      <a:accent3>
        <a:srgbClr val="003D7B"/>
      </a:accent3>
      <a:accent4>
        <a:srgbClr val="005AB3"/>
      </a:accent4>
      <a:accent5>
        <a:srgbClr val="0061C2"/>
      </a:accent5>
      <a:accent6>
        <a:srgbClr val="006BD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838B074BD1B64DBED77476FBBDC7EA" ma:contentTypeVersion="16" ma:contentTypeDescription="Utwórz nowy dokument." ma:contentTypeScope="" ma:versionID="1faa9a61b868f0e42675a6eaccbd43e2">
  <xsd:schema xmlns:xsd="http://www.w3.org/2001/XMLSchema" xmlns:xs="http://www.w3.org/2001/XMLSchema" xmlns:p="http://schemas.microsoft.com/office/2006/metadata/properties" xmlns:ns2="cc32ea10-24d7-4ab8-908a-92053f695cd3" xmlns:ns3="f1dfd687-ce92-41e8-800b-11e03cd3205f" targetNamespace="http://schemas.microsoft.com/office/2006/metadata/properties" ma:root="true" ma:fieldsID="66a0292362dbd25a5142deeef0689148" ns2:_="" ns3:_="">
    <xsd:import namespace="cc32ea10-24d7-4ab8-908a-92053f695cd3"/>
    <xsd:import namespace="f1dfd687-ce92-41e8-800b-11e03cd320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ea10-24d7-4ab8-908a-92053f695c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fd687-ce92-41e8-800b-11e03cd3205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5a6a51-fbed-4be8-95e3-b05eba715707}" ma:internalName="TaxCatchAll" ma:showField="CatchAllData" ma:web="f1dfd687-ce92-41e8-800b-11e03cd320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dfd687-ce92-41e8-800b-11e03cd3205f" xsi:nil="true"/>
    <lcf76f155ced4ddcb4097134ff3c332f xmlns="cc32ea10-24d7-4ab8-908a-92053f695cd3">
      <Terms xmlns="http://schemas.microsoft.com/office/infopath/2007/PartnerControls"/>
    </lcf76f155ced4ddcb4097134ff3c332f>
    <MediaLengthInSeconds xmlns="cc32ea10-24d7-4ab8-908a-92053f695cd3" xsi:nil="true"/>
  </documentManagement>
</p:properties>
</file>

<file path=customXml/itemProps1.xml><?xml version="1.0" encoding="utf-8"?>
<ds:datastoreItem xmlns:ds="http://schemas.openxmlformats.org/officeDocument/2006/customXml" ds:itemID="{898D8022-2741-4431-94F1-7D2F6E0B93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32ea10-24d7-4ab8-908a-92053f695cd3"/>
    <ds:schemaRef ds:uri="f1dfd687-ce92-41e8-800b-11e03cd320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5157BF-583F-48A4-B39C-8F058835DF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7721F2-3FF2-4D2A-88BB-AF0BCAFEAA31}">
  <ds:schemaRefs>
    <ds:schemaRef ds:uri="http://schemas.microsoft.com/office/2006/metadata/properties"/>
    <ds:schemaRef ds:uri="http://schemas.microsoft.com/office/infopath/2007/PartnerControls"/>
    <ds:schemaRef ds:uri="f1dfd687-ce92-41e8-800b-11e03cd3205f"/>
    <ds:schemaRef ds:uri="cc32ea10-24d7-4ab8-908a-92053f695cd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178</Words>
  <Application>Microsoft Office PowerPoint</Application>
  <PresentationFormat>Niestandardowy</PresentationFormat>
  <Paragraphs>31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Georgia</vt:lpstr>
      <vt:lpstr>Office Theme</vt:lpstr>
      <vt:lpstr>Packet Tracer - Configure and Verify NTP NETWORK TIME PROTOCOL    </vt:lpstr>
      <vt:lpstr>Packet Tracer - Configure and Verify NTP    </vt:lpstr>
      <vt:lpstr>Packet Tracer - Configure and Verify NTP    </vt:lpstr>
      <vt:lpstr>Packet Tracer - Configure and Verify NTP R1   </vt:lpstr>
      <vt:lpstr>Packet Tracer - Configure and Verify NTP R2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akornowska</dc:creator>
  <cp:lastModifiedBy>Jerzy Kluczewski</cp:lastModifiedBy>
  <cp:revision>18</cp:revision>
  <dcterms:modified xsi:type="dcterms:W3CDTF">2024-12-21T18:07:42Z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0x010100C4838B074BD1B64DBED77476FBBDC7EA</vt:lpwstr>
  </property>
  <property fmtid="{D5CDD505-2E9C-101B-9397-08002B2CF9AE}" pid="3" name="MediaServiceImageTags">
    <vt:lpwstr/>
  </property>
</Properties>
</file>