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tags/tag9.xml" ContentType="application/vnd.openxmlformats-officedocument.presentationml.tags+xml"/>
  <Override PartName="/ppt/notesSlides/notesSlide8.xml" ContentType="application/vnd.openxmlformats-officedocument.presentationml.notesSlide+xml"/>
  <Override PartName="/ppt/tags/tag10.xml" ContentType="application/vnd.openxmlformats-officedocument.presentationml.tags+xml"/>
  <Override PartName="/ppt/notesSlides/notesSlide9.xml" ContentType="application/vnd.openxmlformats-officedocument.presentationml.notesSlide+xml"/>
  <Override PartName="/ppt/tags/tag11.xml" ContentType="application/vnd.openxmlformats-officedocument.presentationml.tags+xml"/>
  <Override PartName="/ppt/notesSlides/notesSlide10.xml" ContentType="application/vnd.openxmlformats-officedocument.presentationml.notesSlide+xml"/>
  <Override PartName="/ppt/tags/tag12.xml" ContentType="application/vnd.openxmlformats-officedocument.presentationml.tags+xml"/>
  <Override PartName="/ppt/notesSlides/notesSlide11.xml" ContentType="application/vnd.openxmlformats-officedocument.presentationml.notesSlide+xml"/>
  <Override PartName="/ppt/tags/tag13.xml" ContentType="application/vnd.openxmlformats-officedocument.presentationml.tags+xml"/>
  <Override PartName="/ppt/notesSlides/notesSlide12.xml" ContentType="application/vnd.openxmlformats-officedocument.presentationml.notesSlide+xml"/>
  <Override PartName="/ppt/tags/tag14.xml" ContentType="application/vnd.openxmlformats-officedocument.presentationml.tags+xml"/>
  <Override PartName="/ppt/notesSlides/notesSlide13.xml" ContentType="application/vnd.openxmlformats-officedocument.presentationml.notesSlide+xml"/>
  <Override PartName="/ppt/tags/tag15.xml" ContentType="application/vnd.openxmlformats-officedocument.presentationml.tags+xml"/>
  <Override PartName="/ppt/notesSlides/notesSlide14.xml" ContentType="application/vnd.openxmlformats-officedocument.presentationml.notesSlide+xml"/>
  <Override PartName="/ppt/tags/tag16.xml" ContentType="application/vnd.openxmlformats-officedocument.presentationml.tags+xml"/>
  <Override PartName="/ppt/notesSlides/notesSlide15.xml" ContentType="application/vnd.openxmlformats-officedocument.presentationml.notesSlide+xml"/>
  <Override PartName="/ppt/tags/tag17.xml" ContentType="application/vnd.openxmlformats-officedocument.presentationml.tags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0" r:id="rId1"/>
    <p:sldMasterId id="2147484052" r:id="rId2"/>
    <p:sldMasterId id="2147484088" r:id="rId3"/>
  </p:sldMasterIdLst>
  <p:notesMasterIdLst>
    <p:notesMasterId r:id="rId20"/>
  </p:notesMasterIdLst>
  <p:sldIdLst>
    <p:sldId id="513" r:id="rId4"/>
    <p:sldId id="881" r:id="rId5"/>
    <p:sldId id="880" r:id="rId6"/>
    <p:sldId id="882" r:id="rId7"/>
    <p:sldId id="884" r:id="rId8"/>
    <p:sldId id="883" r:id="rId9"/>
    <p:sldId id="885" r:id="rId10"/>
    <p:sldId id="886" r:id="rId11"/>
    <p:sldId id="887" r:id="rId12"/>
    <p:sldId id="888" r:id="rId13"/>
    <p:sldId id="889" r:id="rId14"/>
    <p:sldId id="890" r:id="rId15"/>
    <p:sldId id="891" r:id="rId16"/>
    <p:sldId id="892" r:id="rId17"/>
    <p:sldId id="893" r:id="rId18"/>
    <p:sldId id="894" r:id="rId19"/>
  </p:sldIdLst>
  <p:sldSz cx="9144000" cy="5143500" type="screen16x9"/>
  <p:notesSz cx="6858000" cy="9144000"/>
  <p:custDataLst>
    <p:tags r:id="rId21"/>
  </p:custDataLst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336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arbara Reif" initials="BR" lastIdx="3" clrIdx="0"/>
  <p:cmAuthor id="1" name="Jane Gibbons -X (jagibbon - DEL ORO CONSULTING INC at Cisco)" initials="JG-(-DOCIaC" lastIdx="28" clrIdx="1">
    <p:extLst>
      <p:ext uri="{19B8F6BF-5375-455C-9EA6-DF929625EA0E}">
        <p15:presenceInfo xmlns:p15="http://schemas.microsoft.com/office/powerpoint/2012/main" userId="S-1-5-21-1708537768-1303643608-725345543-200204" providerId="AD"/>
      </p:ext>
    </p:extLst>
  </p:cmAuthor>
  <p:cmAuthor id="2" name="Bob Vachon" initials="BV" lastIdx="24" clrIdx="2">
    <p:extLst>
      <p:ext uri="{19B8F6BF-5375-455C-9EA6-DF929625EA0E}">
        <p15:presenceInfo xmlns:p15="http://schemas.microsoft.com/office/powerpoint/2012/main" userId="c7abe87968a0b633" providerId="Windows Live"/>
      </p:ext>
    </p:extLst>
  </p:cmAuthor>
  <p:cmAuthor id="3" name="Sue Livingston -X (suliving - UNICON INC at Cisco)" initials="SL-(-UIaC" lastIdx="29" clrIdx="3">
    <p:extLst>
      <p:ext uri="{19B8F6BF-5375-455C-9EA6-DF929625EA0E}">
        <p15:presenceInfo xmlns:p15="http://schemas.microsoft.com/office/powerpoint/2012/main" userId="S::suliving@cisco.com::dc701d48-dd51-411a-9041-b7f1328f1486" providerId="AD"/>
      </p:ext>
    </p:extLst>
  </p:cmAuthor>
  <p:cmAuthor id="4" name="jagibbon" initials="jmg" lastIdx="8" clrIdx="4">
    <p:extLst>
      <p:ext uri="{19B8F6BF-5375-455C-9EA6-DF929625EA0E}">
        <p15:presenceInfo xmlns:p15="http://schemas.microsoft.com/office/powerpoint/2012/main" userId="jagibbo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E7E9EB"/>
    <a:srgbClr val="592A8A"/>
    <a:srgbClr val="0000CC"/>
    <a:srgbClr val="000099"/>
    <a:srgbClr val="CC99FF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38" autoAdjust="0"/>
    <p:restoredTop sz="84371" autoAdjust="0"/>
  </p:normalViewPr>
  <p:slideViewPr>
    <p:cSldViewPr snapToGrid="0" showGuides="1">
      <p:cViewPr varScale="1">
        <p:scale>
          <a:sx n="76" d="100"/>
          <a:sy n="76" d="100"/>
        </p:scale>
        <p:origin x="114" y="696"/>
      </p:cViewPr>
      <p:guideLst>
        <p:guide orient="horz" pos="1620"/>
        <p:guide pos="336"/>
      </p:guideLst>
    </p:cSldViewPr>
  </p:slideViewPr>
  <p:outlineViewPr>
    <p:cViewPr>
      <p:scale>
        <a:sx n="33" d="100"/>
        <a:sy n="33" d="100"/>
      </p:scale>
      <p:origin x="0" y="-22670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11" d="100"/>
        <a:sy n="111" d="100"/>
      </p:scale>
      <p:origin x="0" y="-512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tags" Target="tags/tag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6337D9-3022-3D41-8D8A-BDF2F3B0DD8E}" type="datetimeFigureOut">
              <a:rPr lang="en-US" smtClean="0"/>
              <a:t>11/21/2022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41018C-6CAF-B84E-B92C-ECB119457F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564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l-PL" dirty="0"/>
              <a:t>Podstawy IPV6</a:t>
            </a:r>
          </a:p>
          <a:p>
            <a:pPr rtl="0"/>
            <a:r>
              <a:rPr lang="pl-PL" dirty="0"/>
              <a:t>Materiały dla nauczyciela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55421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7" tIns="0" rIns="18817" bIns="0" anchor="b"/>
          <a:lstStyle>
            <a:lvl1pPr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ACE20BE7-F2F3-4E26-9454-50B18F790A4E}" type="slidenum">
              <a:rPr sz="800" b="0">
                <a:ea typeface="ＭＳ Ｐゴシック" pitchFamily="34" charset="-128"/>
              </a:rPr>
              <a:pPr algn="r" rtl="0"/>
              <a:t>2</a:t>
            </a:fld>
            <a:endParaRPr sz="800" b="0">
              <a:ea typeface="ＭＳ Ｐゴシック" pitchFamily="34" charset="-128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l-PL" dirty="0"/>
              <a:t>Podstawy IPV6</a:t>
            </a:r>
          </a:p>
          <a:p>
            <a:pPr rtl="0"/>
            <a:r>
              <a:rPr lang="pl-PL" dirty="0"/>
              <a:t>Materiały dla nauczyciela</a:t>
            </a:r>
          </a:p>
        </p:txBody>
      </p:sp>
    </p:spTree>
    <p:extLst>
      <p:ext uri="{BB962C8B-B14F-4D97-AF65-F5344CB8AC3E}">
        <p14:creationId xmlns:p14="http://schemas.microsoft.com/office/powerpoint/2010/main" val="13999560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7" tIns="0" rIns="18817" bIns="0" anchor="b"/>
          <a:lstStyle>
            <a:lvl1pPr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ACE20BE7-F2F3-4E26-9454-50B18F790A4E}" type="slidenum">
              <a:rPr sz="800" b="0">
                <a:ea typeface="ＭＳ Ｐゴシック" pitchFamily="34" charset="-128"/>
              </a:rPr>
              <a:pPr algn="r" rtl="0"/>
              <a:t>3</a:t>
            </a:fld>
            <a:endParaRPr sz="800" b="0">
              <a:ea typeface="ＭＳ Ｐゴシック" pitchFamily="34" charset="-128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l-PL" dirty="0"/>
              <a:t>Podstawy IPV6</a:t>
            </a:r>
          </a:p>
          <a:p>
            <a:pPr rtl="0"/>
            <a:r>
              <a:rPr lang="pl-PL" dirty="0"/>
              <a:t>Materiały dla nauczyciela</a:t>
            </a:r>
          </a:p>
        </p:txBody>
      </p:sp>
    </p:spTree>
    <p:extLst>
      <p:ext uri="{BB962C8B-B14F-4D97-AF65-F5344CB8AC3E}">
        <p14:creationId xmlns:p14="http://schemas.microsoft.com/office/powerpoint/2010/main" val="2400274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7" tIns="0" rIns="18817" bIns="0" anchor="b"/>
          <a:lstStyle>
            <a:lvl1pPr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ACE20BE7-F2F3-4E26-9454-50B18F790A4E}" type="slidenum">
              <a:rPr sz="800" b="0">
                <a:ea typeface="ＭＳ Ｐゴシック" pitchFamily="34" charset="-128"/>
              </a:rPr>
              <a:pPr algn="r" rtl="0"/>
              <a:t>4</a:t>
            </a:fld>
            <a:endParaRPr sz="800" b="0">
              <a:ea typeface="ＭＳ Ｐゴシック" pitchFamily="34" charset="-128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l-PL" dirty="0"/>
              <a:t>Podstawy IPV6</a:t>
            </a:r>
          </a:p>
          <a:p>
            <a:pPr rtl="0"/>
            <a:r>
              <a:rPr lang="pl-PL" dirty="0"/>
              <a:t>Materiały dla nauczyciela</a:t>
            </a:r>
          </a:p>
        </p:txBody>
      </p:sp>
    </p:spTree>
    <p:extLst>
      <p:ext uri="{BB962C8B-B14F-4D97-AF65-F5344CB8AC3E}">
        <p14:creationId xmlns:p14="http://schemas.microsoft.com/office/powerpoint/2010/main" val="35396551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7" tIns="0" rIns="18817" bIns="0" anchor="b"/>
          <a:lstStyle>
            <a:lvl1pPr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ACE20BE7-F2F3-4E26-9454-50B18F790A4E}" type="slidenum">
              <a:rPr sz="800" b="0">
                <a:ea typeface="ＭＳ Ｐゴシック" pitchFamily="34" charset="-128"/>
              </a:rPr>
              <a:pPr algn="r" rtl="0"/>
              <a:t>5</a:t>
            </a:fld>
            <a:endParaRPr sz="800" b="0">
              <a:ea typeface="ＭＳ Ｐゴシック" pitchFamily="34" charset="-128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l-PL" dirty="0"/>
              <a:t>Podstawy IPV6</a:t>
            </a:r>
          </a:p>
          <a:p>
            <a:pPr rtl="0"/>
            <a:r>
              <a:rPr lang="pl-PL" dirty="0"/>
              <a:t>Materiały dla nauczyciela</a:t>
            </a:r>
          </a:p>
        </p:txBody>
      </p:sp>
    </p:spTree>
    <p:extLst>
      <p:ext uri="{BB962C8B-B14F-4D97-AF65-F5344CB8AC3E}">
        <p14:creationId xmlns:p14="http://schemas.microsoft.com/office/powerpoint/2010/main" val="3189188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7" tIns="0" rIns="18817" bIns="0" anchor="b"/>
          <a:lstStyle>
            <a:lvl1pPr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ACE20BE7-F2F3-4E26-9454-50B18F790A4E}" type="slidenum">
              <a:rPr sz="800" b="0">
                <a:ea typeface="ＭＳ Ｐゴシック" pitchFamily="34" charset="-128"/>
              </a:rPr>
              <a:pPr algn="r" rtl="0"/>
              <a:t>6</a:t>
            </a:fld>
            <a:endParaRPr sz="800" b="0">
              <a:ea typeface="ＭＳ Ｐゴシック" pitchFamily="34" charset="-128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l-PL" dirty="0"/>
              <a:t>Podstawy IPV6</a:t>
            </a:r>
          </a:p>
          <a:p>
            <a:pPr rtl="0"/>
            <a:r>
              <a:rPr lang="pl-PL" dirty="0"/>
              <a:t>Materiały dla nauczyciela</a:t>
            </a:r>
          </a:p>
        </p:txBody>
      </p:sp>
    </p:spTree>
    <p:extLst>
      <p:ext uri="{BB962C8B-B14F-4D97-AF65-F5344CB8AC3E}">
        <p14:creationId xmlns:p14="http://schemas.microsoft.com/office/powerpoint/2010/main" val="35610329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7" tIns="0" rIns="18817" bIns="0" anchor="b"/>
          <a:lstStyle>
            <a:lvl1pPr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ACE20BE7-F2F3-4E26-9454-50B18F790A4E}" type="slidenum">
              <a:rPr sz="800" b="0">
                <a:ea typeface="ＭＳ Ｐゴシック" pitchFamily="34" charset="-128"/>
              </a:rPr>
              <a:pPr algn="r" rtl="0"/>
              <a:t>7</a:t>
            </a:fld>
            <a:endParaRPr sz="800" b="0">
              <a:ea typeface="ＭＳ Ｐゴシック" pitchFamily="34" charset="-128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l-PL" dirty="0"/>
              <a:t>Podstawy IPV6</a:t>
            </a:r>
          </a:p>
          <a:p>
            <a:pPr rtl="0"/>
            <a:r>
              <a:rPr lang="pl-PL" dirty="0"/>
              <a:t>Materiały dla nauczyciela</a:t>
            </a:r>
          </a:p>
        </p:txBody>
      </p:sp>
    </p:spTree>
    <p:extLst>
      <p:ext uri="{BB962C8B-B14F-4D97-AF65-F5344CB8AC3E}">
        <p14:creationId xmlns:p14="http://schemas.microsoft.com/office/powerpoint/2010/main" val="29416396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7" tIns="0" rIns="18817" bIns="0" anchor="b"/>
          <a:lstStyle>
            <a:lvl1pPr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ACE20BE7-F2F3-4E26-9454-50B18F790A4E}" type="slidenum">
              <a:rPr sz="800" b="0">
                <a:ea typeface="ＭＳ Ｐゴシック" pitchFamily="34" charset="-128"/>
              </a:rPr>
              <a:pPr algn="r" rtl="0"/>
              <a:t>8</a:t>
            </a:fld>
            <a:endParaRPr sz="800" b="0">
              <a:ea typeface="ＭＳ Ｐゴシック" pitchFamily="34" charset="-128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l-PL" dirty="0"/>
              <a:t>Podstawy IPV6</a:t>
            </a:r>
          </a:p>
          <a:p>
            <a:pPr rtl="0"/>
            <a:r>
              <a:rPr lang="pl-PL" dirty="0"/>
              <a:t>Materiały dla nauczyciela</a:t>
            </a:r>
          </a:p>
        </p:txBody>
      </p:sp>
    </p:spTree>
    <p:extLst>
      <p:ext uri="{BB962C8B-B14F-4D97-AF65-F5344CB8AC3E}">
        <p14:creationId xmlns:p14="http://schemas.microsoft.com/office/powerpoint/2010/main" val="14628705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7" tIns="0" rIns="18817" bIns="0" anchor="b"/>
          <a:lstStyle>
            <a:lvl1pPr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ACE20BE7-F2F3-4E26-9454-50B18F790A4E}" type="slidenum">
              <a:rPr sz="800" b="0">
                <a:ea typeface="ＭＳ Ｐゴシック" pitchFamily="34" charset="-128"/>
              </a:rPr>
              <a:pPr algn="r" rtl="0"/>
              <a:t>9</a:t>
            </a:fld>
            <a:endParaRPr sz="800" b="0">
              <a:ea typeface="ＭＳ Ｐゴシック" pitchFamily="34" charset="-128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l-PL" dirty="0"/>
              <a:t>Podstawy IPV6</a:t>
            </a:r>
          </a:p>
          <a:p>
            <a:pPr rtl="0"/>
            <a:r>
              <a:rPr lang="pl-PL" dirty="0"/>
              <a:t>Materiały dla nauczyciela</a:t>
            </a:r>
          </a:p>
        </p:txBody>
      </p:sp>
    </p:spTree>
    <p:extLst>
      <p:ext uri="{BB962C8B-B14F-4D97-AF65-F5344CB8AC3E}">
        <p14:creationId xmlns:p14="http://schemas.microsoft.com/office/powerpoint/2010/main" val="34819131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7" tIns="0" rIns="18817" bIns="0" anchor="b"/>
          <a:lstStyle>
            <a:lvl1pPr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ACE20BE7-F2F3-4E26-9454-50B18F790A4E}" type="slidenum">
              <a:rPr sz="800" b="0">
                <a:ea typeface="ＭＳ Ｐゴシック" pitchFamily="34" charset="-128"/>
              </a:rPr>
              <a:pPr algn="r" rtl="0"/>
              <a:t>10</a:t>
            </a:fld>
            <a:endParaRPr sz="800" b="0">
              <a:ea typeface="ＭＳ Ｐゴシック" pitchFamily="34" charset="-128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l-PL" dirty="0"/>
              <a:t>Podstawy IPV6</a:t>
            </a:r>
          </a:p>
          <a:p>
            <a:pPr rtl="0"/>
            <a:r>
              <a:rPr lang="pl-PL" dirty="0"/>
              <a:t>Materiały dla nauczyciela</a:t>
            </a:r>
          </a:p>
        </p:txBody>
      </p:sp>
    </p:spTree>
    <p:extLst>
      <p:ext uri="{BB962C8B-B14F-4D97-AF65-F5344CB8AC3E}">
        <p14:creationId xmlns:p14="http://schemas.microsoft.com/office/powerpoint/2010/main" val="30250601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7" tIns="0" rIns="18817" bIns="0" anchor="b"/>
          <a:lstStyle>
            <a:lvl1pPr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ACE20BE7-F2F3-4E26-9454-50B18F790A4E}" type="slidenum">
              <a:rPr sz="800" b="0">
                <a:ea typeface="ＭＳ Ｐゴシック" pitchFamily="34" charset="-128"/>
              </a:rPr>
              <a:pPr algn="r" rtl="0"/>
              <a:t>11</a:t>
            </a:fld>
            <a:endParaRPr sz="800" b="0">
              <a:ea typeface="ＭＳ Ｐゴシック" pitchFamily="34" charset="-128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l-PL" dirty="0"/>
              <a:t>Podstawy IPV6</a:t>
            </a:r>
          </a:p>
          <a:p>
            <a:pPr rtl="0"/>
            <a:r>
              <a:rPr lang="pl-PL" dirty="0"/>
              <a:t>Materiały dla nauczyciela</a:t>
            </a:r>
          </a:p>
        </p:txBody>
      </p:sp>
    </p:spTree>
    <p:extLst>
      <p:ext uri="{BB962C8B-B14F-4D97-AF65-F5344CB8AC3E}">
        <p14:creationId xmlns:p14="http://schemas.microsoft.com/office/powerpoint/2010/main" val="18086901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7" tIns="0" rIns="18817" bIns="0" anchor="b"/>
          <a:lstStyle>
            <a:lvl1pPr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ACE20BE7-F2F3-4E26-9454-50B18F790A4E}" type="slidenum">
              <a:rPr sz="800" b="0">
                <a:ea typeface="ＭＳ Ｐゴシック" pitchFamily="34" charset="-128"/>
              </a:rPr>
              <a:pPr algn="r" rtl="0"/>
              <a:t>12</a:t>
            </a:fld>
            <a:endParaRPr sz="800" b="0">
              <a:ea typeface="ＭＳ Ｐゴシック" pitchFamily="34" charset="-128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l-PL" dirty="0"/>
              <a:t>Podstawy IPV6</a:t>
            </a:r>
          </a:p>
          <a:p>
            <a:pPr rtl="0"/>
            <a:r>
              <a:rPr lang="pl-PL" dirty="0"/>
              <a:t>Materiały dla nauczyciela</a:t>
            </a:r>
          </a:p>
        </p:txBody>
      </p:sp>
    </p:spTree>
    <p:extLst>
      <p:ext uri="{BB962C8B-B14F-4D97-AF65-F5344CB8AC3E}">
        <p14:creationId xmlns:p14="http://schemas.microsoft.com/office/powerpoint/2010/main" val="37903848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7" tIns="0" rIns="18817" bIns="0" anchor="b"/>
          <a:lstStyle>
            <a:lvl1pPr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ACE20BE7-F2F3-4E26-9454-50B18F790A4E}" type="slidenum">
              <a:rPr sz="800" b="0">
                <a:ea typeface="ＭＳ Ｐゴシック" pitchFamily="34" charset="-128"/>
              </a:rPr>
              <a:pPr algn="r" rtl="0"/>
              <a:t>13</a:t>
            </a:fld>
            <a:endParaRPr sz="800" b="0">
              <a:ea typeface="ＭＳ Ｐゴシック" pitchFamily="34" charset="-128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l-PL" dirty="0"/>
              <a:t>Podstawy IPV6</a:t>
            </a:r>
          </a:p>
          <a:p>
            <a:pPr rtl="0"/>
            <a:r>
              <a:rPr lang="pl-PL" dirty="0"/>
              <a:t>Materiały dla nauczyciela</a:t>
            </a:r>
          </a:p>
        </p:txBody>
      </p:sp>
    </p:spTree>
    <p:extLst>
      <p:ext uri="{BB962C8B-B14F-4D97-AF65-F5344CB8AC3E}">
        <p14:creationId xmlns:p14="http://schemas.microsoft.com/office/powerpoint/2010/main" val="38691407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7" tIns="0" rIns="18817" bIns="0" anchor="b"/>
          <a:lstStyle>
            <a:lvl1pPr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ACE20BE7-F2F3-4E26-9454-50B18F790A4E}" type="slidenum">
              <a:rPr sz="800" b="0">
                <a:ea typeface="ＭＳ Ｐゴシック" pitchFamily="34" charset="-128"/>
              </a:rPr>
              <a:pPr algn="r" rtl="0"/>
              <a:t>14</a:t>
            </a:fld>
            <a:endParaRPr sz="800" b="0">
              <a:ea typeface="ＭＳ Ｐゴシック" pitchFamily="34" charset="-128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l-PL" dirty="0"/>
              <a:t>Podstawy IPV6</a:t>
            </a:r>
          </a:p>
          <a:p>
            <a:pPr rtl="0"/>
            <a:r>
              <a:rPr lang="pl-PL" dirty="0"/>
              <a:t>Materiały dla nauczyciela</a:t>
            </a:r>
          </a:p>
        </p:txBody>
      </p:sp>
    </p:spTree>
    <p:extLst>
      <p:ext uri="{BB962C8B-B14F-4D97-AF65-F5344CB8AC3E}">
        <p14:creationId xmlns:p14="http://schemas.microsoft.com/office/powerpoint/2010/main" val="13264900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7" tIns="0" rIns="18817" bIns="0" anchor="b"/>
          <a:lstStyle>
            <a:lvl1pPr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ACE20BE7-F2F3-4E26-9454-50B18F790A4E}" type="slidenum">
              <a:rPr sz="800" b="0">
                <a:ea typeface="ＭＳ Ｐゴシック" pitchFamily="34" charset="-128"/>
              </a:rPr>
              <a:pPr algn="r" rtl="0"/>
              <a:t>15</a:t>
            </a:fld>
            <a:endParaRPr sz="800" b="0">
              <a:ea typeface="ＭＳ Ｐゴシック" pitchFamily="34" charset="-128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l-PL" dirty="0"/>
              <a:t>Podstawy IPV6</a:t>
            </a:r>
          </a:p>
          <a:p>
            <a:pPr rtl="0"/>
            <a:r>
              <a:rPr lang="pl-PL" dirty="0"/>
              <a:t>Materiały dla nauczyciela</a:t>
            </a:r>
          </a:p>
        </p:txBody>
      </p:sp>
    </p:spTree>
    <p:extLst>
      <p:ext uri="{BB962C8B-B14F-4D97-AF65-F5344CB8AC3E}">
        <p14:creationId xmlns:p14="http://schemas.microsoft.com/office/powerpoint/2010/main" val="9103273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7" tIns="0" rIns="18817" bIns="0" anchor="b"/>
          <a:lstStyle>
            <a:lvl1pPr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ACE20BE7-F2F3-4E26-9454-50B18F790A4E}" type="slidenum">
              <a:rPr sz="800" b="0">
                <a:ea typeface="ＭＳ Ｐゴシック" pitchFamily="34" charset="-128"/>
              </a:rPr>
              <a:pPr algn="r" rtl="0"/>
              <a:t>16</a:t>
            </a:fld>
            <a:endParaRPr sz="800" b="0">
              <a:ea typeface="ＭＳ Ｐゴシック" pitchFamily="34" charset="-128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l-PL" dirty="0"/>
              <a:t>Podstawy IPV6</a:t>
            </a:r>
          </a:p>
          <a:p>
            <a:pPr rtl="0"/>
            <a:r>
              <a:rPr lang="pl-PL" dirty="0"/>
              <a:t>Materiały dla nauczyciela</a:t>
            </a:r>
          </a:p>
        </p:txBody>
      </p:sp>
    </p:spTree>
    <p:extLst>
      <p:ext uri="{BB962C8B-B14F-4D97-AF65-F5344CB8AC3E}">
        <p14:creationId xmlns:p14="http://schemas.microsoft.com/office/powerpoint/2010/main" val="7134447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Title Slide-animated gradient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 dirty="0"/>
              <a:t>Materiały pomocnicze dla nauczyciela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pl-PL" dirty="0"/>
              <a:t>Materiały </a:t>
            </a:r>
            <a:r>
              <a:rPr lang="pl-PL" dirty="0" err="1"/>
              <a:t>pomo</a:t>
            </a:r>
            <a:endParaRPr lang="en-US" dirty="0"/>
          </a:p>
        </p:txBody>
      </p:sp>
      <p:sp>
        <p:nvSpPr>
          <p:cNvPr id="2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chemeClr val="tx1"/>
                </a:solidFill>
                <a:latin typeface="+mj-lt"/>
                <a:cs typeface="CiscoSans Thi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4" name="Obraz 3" descr="Obraz zawierający tekst, clipart&#10;&#10;Opis wygenerowany automatycznie">
            <a:extLst>
              <a:ext uri="{FF2B5EF4-FFF2-40B4-BE49-F238E27FC236}">
                <a16:creationId xmlns:a16="http://schemas.microsoft.com/office/drawing/2014/main" id="{C0372AD6-69D1-423C-9C52-069BAA95B6C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501" y="214186"/>
            <a:ext cx="2285271" cy="503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7255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1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rgbClr val="004C69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accent1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chemeClr val="accent1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3042546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4" name="Obraz 3" descr="Obraz zawierający tekst, clipart&#10;&#10;Opis wygenerowany automatycznie">
            <a:extLst>
              <a:ext uri="{FF2B5EF4-FFF2-40B4-BE49-F238E27FC236}">
                <a16:creationId xmlns:a16="http://schemas.microsoft.com/office/drawing/2014/main" id="{3263D56B-0888-430C-B990-3146506F0C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151" y="75185"/>
            <a:ext cx="1444499" cy="318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617842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Seg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2569946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4600" b="0" i="0" spc="0" baseline="0">
                <a:solidFill>
                  <a:schemeClr val="accent5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sz="60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sz="600">
              <a:solidFill>
                <a:schemeClr val="accent5">
                  <a:lumMod val="50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9" name="Rectangle 4"/>
          <p:cNvSpPr>
            <a:spLocks noChangeArrowheads="1"/>
          </p:cNvSpPr>
          <p:nvPr userDrawn="1"/>
        </p:nvSpPr>
        <p:spPr bwMode="ltGray">
          <a:xfrm>
            <a:off x="6866311" y="4770153"/>
            <a:ext cx="1636518" cy="1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61586" tIns="30792" rIns="61586" bIns="30792" anchor="b">
            <a:spAutoFit/>
          </a:bodyPr>
          <a:lstStyle/>
          <a:p>
            <a:pPr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l-PL" sz="600" dirty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t>2022 Wydawnictwo informatyczne ITSTART</a:t>
            </a:r>
          </a:p>
        </p:txBody>
      </p:sp>
      <p:pic>
        <p:nvPicPr>
          <p:cNvPr id="3" name="Obraz 2" descr="Obraz zawierający tekst, clipart&#10;&#10;Opis wygenerowany automatycznie">
            <a:extLst>
              <a:ext uri="{FF2B5EF4-FFF2-40B4-BE49-F238E27FC236}">
                <a16:creationId xmlns:a16="http://schemas.microsoft.com/office/drawing/2014/main" id="{15C82B64-3913-47C0-8D1B-D06D2F2DDC1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46963" y="4752678"/>
            <a:ext cx="691897" cy="15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854121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lti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74662" y="1347788"/>
            <a:ext cx="8280057" cy="3073946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 b="0" i="0" baseline="0">
                <a:solidFill>
                  <a:schemeClr val="bg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Placeholder 5"/>
          <p:cNvSpPr>
            <a:spLocks noGrp="1"/>
          </p:cNvSpPr>
          <p:nvPr>
            <p:ph type="title"/>
          </p:nvPr>
        </p:nvSpPr>
        <p:spPr bwMode="auto">
          <a:xfrm>
            <a:off x="437766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2967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c15="http://schemas.microsoft.com/office/drawing/2012/chart" xmlns:c="http://schemas.openxmlformats.org/drawingml/2006/chart">
      <p:transition xmlns:p14="http://schemas.microsoft.com/office/powerpoint/2010/main"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29121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75610" y="2552550"/>
            <a:ext cx="698624" cy="698624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FFFFFF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426607"/>
            <a:ext cx="698624" cy="698624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bg1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0" y="3653093"/>
            <a:ext cx="698624" cy="698624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049FD9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365250" y="1432522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365250" y="25577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365250" y="36530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0" y="2552550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1" y="3651140"/>
            <a:ext cx="698624" cy="693381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Text Placeholder 17"/>
          <p:cNvSpPr>
            <a:spLocks noGrp="1"/>
          </p:cNvSpPr>
          <p:nvPr>
            <p:ph type="body" sz="quarter" idx="19" hasCustomPrompt="1"/>
          </p:nvPr>
        </p:nvSpPr>
        <p:spPr>
          <a:xfrm>
            <a:off x="575610" y="1427248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053872667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Oval 12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17" name="Oval 16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962125011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rgbClr val="FFFFFF"/>
              </a:solidFill>
              <a:cs typeface="Arial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5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49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50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51" name="Oval 50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2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54" name="Oval 53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5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  <p:sp>
        <p:nvSpPr>
          <p:cNvPr id="57" name="Oval 56"/>
          <p:cNvSpPr/>
          <p:nvPr/>
        </p:nvSpPr>
        <p:spPr>
          <a:xfrm>
            <a:off x="4414576" y="1983084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4414575" y="1332693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4414576" y="2631212"/>
            <a:ext cx="464815" cy="464815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0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5011349" y="1338608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17"/>
          <p:cNvSpPr>
            <a:spLocks noGrp="1"/>
          </p:cNvSpPr>
          <p:nvPr>
            <p:ph type="body" sz="quarter" idx="24"/>
          </p:nvPr>
        </p:nvSpPr>
        <p:spPr>
          <a:xfrm>
            <a:off x="5011350" y="198832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17"/>
          <p:cNvSpPr>
            <a:spLocks noGrp="1"/>
          </p:cNvSpPr>
          <p:nvPr>
            <p:ph type="body" sz="quarter" idx="25"/>
          </p:nvPr>
        </p:nvSpPr>
        <p:spPr>
          <a:xfrm>
            <a:off x="5011350" y="263121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3" name="Text Placeholder 17"/>
          <p:cNvSpPr>
            <a:spLocks noGrp="1"/>
          </p:cNvSpPr>
          <p:nvPr>
            <p:ph type="body" sz="quarter" idx="26" hasCustomPrompt="1"/>
          </p:nvPr>
        </p:nvSpPr>
        <p:spPr>
          <a:xfrm>
            <a:off x="4414576" y="1331287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6</a:t>
            </a:r>
          </a:p>
        </p:txBody>
      </p:sp>
      <p:sp>
        <p:nvSpPr>
          <p:cNvPr id="64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4414576" y="198308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7</a:t>
            </a:r>
          </a:p>
        </p:txBody>
      </p:sp>
      <p:sp>
        <p:nvSpPr>
          <p:cNvPr id="65" name="Text Placeholder 17"/>
          <p:cNvSpPr>
            <a:spLocks noGrp="1"/>
          </p:cNvSpPr>
          <p:nvPr>
            <p:ph type="body" sz="quarter" idx="28" hasCustomPrompt="1"/>
          </p:nvPr>
        </p:nvSpPr>
        <p:spPr>
          <a:xfrm>
            <a:off x="4414577" y="262925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8</a:t>
            </a:r>
          </a:p>
        </p:txBody>
      </p:sp>
      <p:sp>
        <p:nvSpPr>
          <p:cNvPr id="66" name="Oval 65"/>
          <p:cNvSpPr/>
          <p:nvPr/>
        </p:nvSpPr>
        <p:spPr>
          <a:xfrm>
            <a:off x="4414577" y="3278347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7" name="Text Placeholder 17"/>
          <p:cNvSpPr>
            <a:spLocks noGrp="1"/>
          </p:cNvSpPr>
          <p:nvPr>
            <p:ph type="body" sz="quarter" idx="29"/>
          </p:nvPr>
        </p:nvSpPr>
        <p:spPr>
          <a:xfrm>
            <a:off x="5011351" y="327834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Text Placeholder 17"/>
          <p:cNvSpPr>
            <a:spLocks noGrp="1"/>
          </p:cNvSpPr>
          <p:nvPr>
            <p:ph type="body" sz="quarter" idx="30" hasCustomPrompt="1"/>
          </p:nvPr>
        </p:nvSpPr>
        <p:spPr>
          <a:xfrm>
            <a:off x="4414578" y="327639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9</a:t>
            </a:r>
          </a:p>
        </p:txBody>
      </p:sp>
      <p:sp>
        <p:nvSpPr>
          <p:cNvPr id="69" name="Oval 68"/>
          <p:cNvSpPr/>
          <p:nvPr/>
        </p:nvSpPr>
        <p:spPr>
          <a:xfrm>
            <a:off x="4414578" y="3925482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70" name="Text Placeholder 17"/>
          <p:cNvSpPr>
            <a:spLocks noGrp="1"/>
          </p:cNvSpPr>
          <p:nvPr>
            <p:ph type="body" sz="quarter" idx="31"/>
          </p:nvPr>
        </p:nvSpPr>
        <p:spPr>
          <a:xfrm>
            <a:off x="5011352" y="392548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1" name="Text Placeholder 17"/>
          <p:cNvSpPr>
            <a:spLocks noGrp="1"/>
          </p:cNvSpPr>
          <p:nvPr>
            <p:ph type="body" sz="quarter" idx="32" hasCustomPrompt="1"/>
          </p:nvPr>
        </p:nvSpPr>
        <p:spPr>
          <a:xfrm>
            <a:off x="4414579" y="392352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643099958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473441" y="4954263"/>
            <a:ext cx="676910" cy="1892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25">
                <a:solidFill>
                  <a:schemeClr val="tx2"/>
                </a:solidFill>
              </a:defRPr>
            </a:lvl1pPr>
          </a:lstStyle>
          <a:p>
            <a:pPr defTabSz="385763">
              <a:defRPr/>
            </a:pPr>
            <a:fld id="{2F5CCB13-0A32-4557-88E9-079F0C330695}" type="slidenum">
              <a:rPr lang="en-US" kern="0" smtClean="0">
                <a:solidFill>
                  <a:srgbClr val="595959"/>
                </a:solidFill>
              </a:rPr>
              <a:pPr defTabSz="385763">
                <a:defRPr/>
              </a:pPr>
              <a:t>‹#›</a:t>
            </a:fld>
            <a:endParaRPr lang="en-US" kern="0" dirty="0">
              <a:solidFill>
                <a:srgbClr val="595959"/>
              </a:solidFill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1" y="41393"/>
            <a:ext cx="9144000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sz="2400"/>
            </a:lvl1pPr>
          </a:lstStyle>
          <a:p>
            <a:pPr lvl="0"/>
            <a:r>
              <a:rPr lang="pl-PL" dirty="0">
                <a:sym typeface="Arial" pitchFamily="34" charset="0"/>
              </a:rPr>
              <a:t>Tytuł</a:t>
            </a:r>
            <a:endParaRPr lang="en-US" dirty="0">
              <a:sym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7996623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92501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1910" y="1885950"/>
            <a:ext cx="6686549" cy="1697086"/>
          </a:xfrm>
        </p:spPr>
        <p:txBody>
          <a:bodyPr anchor="b">
            <a:normAutofit/>
          </a:bodyPr>
          <a:lstStyle>
            <a:lvl1pPr>
              <a:defRPr sz="405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1910" y="3583035"/>
            <a:ext cx="6686549" cy="844712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/>
              <a:t>Kliknij, aby edytować styl wzorca podtytułu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 dirty="0"/>
              <a:t>Wydawnictwo informatyczne ITSTART. Piekary Śląskie.</a:t>
            </a:r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3242858"/>
            <a:ext cx="1308489" cy="583942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3397155"/>
            <a:ext cx="584825" cy="273844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73207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4694" y="468082"/>
            <a:ext cx="6683765" cy="960668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1909" y="1600200"/>
            <a:ext cx="6686550" cy="2833217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85563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1544063"/>
            <a:ext cx="6686549" cy="1101600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2647597"/>
            <a:ext cx="6686549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0545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1909" y="1600200"/>
            <a:ext cx="3235398" cy="2833217"/>
          </a:xfrm>
        </p:spPr>
        <p:txBody>
          <a:bodyPr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93060" y="1594666"/>
            <a:ext cx="3235398" cy="2833217"/>
          </a:xfrm>
        </p:spPr>
        <p:txBody>
          <a:bodyPr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590837"/>
            <a:ext cx="584825" cy="273844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40151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4530" y="1479527"/>
            <a:ext cx="299454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1909" y="1911725"/>
            <a:ext cx="3257170" cy="2515545"/>
          </a:xfrm>
        </p:spPr>
        <p:txBody>
          <a:bodyPr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29972" y="1477106"/>
            <a:ext cx="2999251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75218" y="1909304"/>
            <a:ext cx="3254006" cy="2515545"/>
          </a:xfrm>
        </p:spPr>
        <p:txBody>
          <a:bodyPr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11/21/2022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590837"/>
            <a:ext cx="584825" cy="273844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12685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11/21/2022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36529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11/21/2022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737295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334566"/>
            <a:ext cx="2628899" cy="732234"/>
          </a:xfrm>
        </p:spPr>
        <p:txBody>
          <a:bodyPr anchor="b"/>
          <a:lstStyle>
            <a:lvl1pPr algn="l">
              <a:defRPr sz="15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2259" y="334567"/>
            <a:ext cx="3886200" cy="4061222"/>
          </a:xfrm>
        </p:spPr>
        <p:txBody>
          <a:bodyPr anchor="ctr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1198960"/>
            <a:ext cx="2628899" cy="319682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308603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3600450"/>
            <a:ext cx="668655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1909" y="476224"/>
            <a:ext cx="6686550" cy="2891228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4025504"/>
            <a:ext cx="6686550" cy="370284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739107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ytuł i po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457200"/>
            <a:ext cx="6686549" cy="233778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3265535"/>
            <a:ext cx="6686549" cy="1166898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11/21/2022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576681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ferta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7462" y="457200"/>
            <a:ext cx="6295445" cy="217170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56259" y="2628900"/>
            <a:ext cx="5652416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3265535"/>
            <a:ext cx="6686549" cy="1166898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11/21/2022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850739" y="48600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6139" y="217898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5141348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a naz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1828800"/>
            <a:ext cx="6686550" cy="2043634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194366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a nazwy cytat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137462" y="457200"/>
            <a:ext cx="6295445" cy="217170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1909" y="3257550"/>
            <a:ext cx="6686550" cy="62865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11/21/2022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1850739" y="48600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6139" y="217898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4728617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awda lub fał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470555"/>
            <a:ext cx="6686549" cy="2160015"/>
          </a:xfrm>
        </p:spPr>
        <p:txBody>
          <a:bodyPr anchor="ctr">
            <a:normAutofit/>
          </a:bodyPr>
          <a:lstStyle>
            <a:lvl1pPr algn="l">
              <a:defRPr sz="36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1909" y="3257550"/>
            <a:ext cx="6686550" cy="62865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11/21/2022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907323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472874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71109" y="470554"/>
            <a:ext cx="1655701" cy="3962863"/>
          </a:xfrm>
        </p:spPr>
        <p:txBody>
          <a:bodyPr vert="eaVert" anchor="ctr"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1909" y="470554"/>
            <a:ext cx="4857750" cy="3962863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99582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4" name="Obraz 3" descr="Obraz zawierający tekst, clipart&#10;&#10;Opis wygenerowany automatycznie">
            <a:extLst>
              <a:ext uri="{FF2B5EF4-FFF2-40B4-BE49-F238E27FC236}">
                <a16:creationId xmlns:a16="http://schemas.microsoft.com/office/drawing/2014/main" id="{3263D56B-0888-430C-B990-3146506F0C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151" y="75185"/>
            <a:ext cx="1444499" cy="318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370173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>
          <p15:clr>
            <a:srgbClr val="FBAE40"/>
          </p15:clr>
        </p15:guide>
        <p15:guide id="2" pos="360">
          <p15:clr>
            <a:srgbClr val="FBAE40"/>
          </p15:clr>
        </p15:guide>
        <p15:guide id="3" orient="horz" pos="518">
          <p15:clr>
            <a:srgbClr val="FBAE40"/>
          </p15:clr>
        </p15:guide>
        <p15:guide id="4" pos="812">
          <p15:clr>
            <a:srgbClr val="FBAE40"/>
          </p15:clr>
        </p15:guide>
        <p15:guide id="5" pos="31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473441" y="4954263"/>
            <a:ext cx="676910" cy="1892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25">
                <a:solidFill>
                  <a:schemeClr val="tx2"/>
                </a:solidFill>
              </a:defRPr>
            </a:lvl1pPr>
          </a:lstStyle>
          <a:p>
            <a:pPr defTabSz="385763">
              <a:defRPr/>
            </a:pPr>
            <a:fld id="{2F5CCB13-0A32-4557-88E9-079F0C330695}" type="slidenum">
              <a:rPr lang="en-US" kern="0" smtClean="0">
                <a:solidFill>
                  <a:srgbClr val="595959"/>
                </a:solidFill>
              </a:rPr>
              <a:pPr defTabSz="385763">
                <a:defRPr/>
              </a:pPr>
              <a:t>‹#›</a:t>
            </a:fld>
            <a:endParaRPr lang="en-US" kern="0" dirty="0">
              <a:solidFill>
                <a:srgbClr val="595959"/>
              </a:solidFill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1" y="41393"/>
            <a:ext cx="9144000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sz="2400"/>
            </a:lvl1pPr>
          </a:lstStyle>
          <a:p>
            <a:pPr lvl="0"/>
            <a:r>
              <a:rPr lang="pl-PL" dirty="0">
                <a:sym typeface="Arial" pitchFamily="34" charset="0"/>
              </a:rPr>
              <a:t>Tytuł</a:t>
            </a:r>
            <a:endParaRPr lang="en-US" dirty="0">
              <a:sym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6072825"/>
      </p:ext>
    </p:extLst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1910" y="1885950"/>
            <a:ext cx="6686549" cy="1697086"/>
          </a:xfrm>
        </p:spPr>
        <p:txBody>
          <a:bodyPr anchor="b">
            <a:normAutofit/>
          </a:bodyPr>
          <a:lstStyle>
            <a:lvl1pPr>
              <a:defRPr sz="405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1910" y="3583035"/>
            <a:ext cx="6686549" cy="844712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/>
              <a:t>Kliknij, aby edytować styl wzorca podtytułu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3242858"/>
            <a:ext cx="1308489" cy="583942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3397155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449776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4694" y="468082"/>
            <a:ext cx="6683765" cy="960668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1909" y="1600200"/>
            <a:ext cx="6686550" cy="2833217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29198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1544063"/>
            <a:ext cx="6686549" cy="1101600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2647597"/>
            <a:ext cx="6686549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58764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1909" y="1600200"/>
            <a:ext cx="3235398" cy="2833217"/>
          </a:xfrm>
        </p:spPr>
        <p:txBody>
          <a:bodyPr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93060" y="1594666"/>
            <a:ext cx="3235398" cy="2833217"/>
          </a:xfrm>
        </p:spPr>
        <p:txBody>
          <a:bodyPr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590837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788421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4530" y="1479527"/>
            <a:ext cx="299454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1909" y="1911725"/>
            <a:ext cx="3257170" cy="2515545"/>
          </a:xfrm>
        </p:spPr>
        <p:txBody>
          <a:bodyPr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29972" y="1477106"/>
            <a:ext cx="2999251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75218" y="1909304"/>
            <a:ext cx="3254006" cy="2515545"/>
          </a:xfrm>
        </p:spPr>
        <p:txBody>
          <a:bodyPr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590837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563902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156628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805795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334566"/>
            <a:ext cx="2628899" cy="732234"/>
          </a:xfrm>
        </p:spPr>
        <p:txBody>
          <a:bodyPr anchor="b"/>
          <a:lstStyle>
            <a:lvl1pPr algn="l">
              <a:defRPr sz="15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2259" y="334567"/>
            <a:ext cx="3886200" cy="4061222"/>
          </a:xfrm>
        </p:spPr>
        <p:txBody>
          <a:bodyPr anchor="ctr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1198960"/>
            <a:ext cx="2628899" cy="319682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652470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3600450"/>
            <a:ext cx="668655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1909" y="476224"/>
            <a:ext cx="6686550" cy="2891228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4025504"/>
            <a:ext cx="6686550" cy="370284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5030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ytuł i po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457200"/>
            <a:ext cx="6686549" cy="233778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3265535"/>
            <a:ext cx="6686549" cy="1166898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714538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ferta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7462" y="457200"/>
            <a:ext cx="6295445" cy="217170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56259" y="2628900"/>
            <a:ext cx="5652416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3265535"/>
            <a:ext cx="6686549" cy="1166898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850739" y="48600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6139" y="217898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1883869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a naz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1828800"/>
            <a:ext cx="6686550" cy="2043634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762888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a nazwy cytat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137462" y="457200"/>
            <a:ext cx="6295445" cy="217170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1909" y="3257550"/>
            <a:ext cx="6686550" cy="62865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1850739" y="48600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6139" y="217898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3244525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awda lub fał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470555"/>
            <a:ext cx="6686549" cy="2160015"/>
          </a:xfrm>
        </p:spPr>
        <p:txBody>
          <a:bodyPr anchor="ctr">
            <a:normAutofit/>
          </a:bodyPr>
          <a:lstStyle>
            <a:lvl1pPr algn="l">
              <a:defRPr sz="36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1909" y="3257550"/>
            <a:ext cx="6686550" cy="62865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097109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168881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71109" y="470554"/>
            <a:ext cx="1655701" cy="3962863"/>
          </a:xfrm>
        </p:spPr>
        <p:txBody>
          <a:bodyPr vert="eaVert" anchor="ctr"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1909" y="470554"/>
            <a:ext cx="4857750" cy="3962863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4504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13" Type="http://schemas.openxmlformats.org/officeDocument/2006/relationships/slideLayout" Target="../slideLayouts/slideLayout42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41.xml"/><Relationship Id="rId17" Type="http://schemas.openxmlformats.org/officeDocument/2006/relationships/theme" Target="../theme/theme3.xml"/><Relationship Id="rId2" Type="http://schemas.openxmlformats.org/officeDocument/2006/relationships/slideLayout" Target="../slideLayouts/slideLayout31.xml"/><Relationship Id="rId16" Type="http://schemas.openxmlformats.org/officeDocument/2006/relationships/slideLayout" Target="../slideLayouts/slideLayout45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40.xml"/><Relationship Id="rId5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39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Relationship Id="rId14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5"/>
          <p:cNvSpPr>
            <a:spLocks noGrp="1"/>
          </p:cNvSpPr>
          <p:nvPr>
            <p:ph type="title"/>
          </p:nvPr>
        </p:nvSpPr>
        <p:spPr bwMode="auto">
          <a:xfrm>
            <a:off x="438150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T</a:t>
            </a:r>
            <a:r>
              <a:rPr lang="pl-PL" altLang="en-US" dirty="0"/>
              <a:t>y</a:t>
            </a:r>
            <a:r>
              <a:rPr lang="en-GB" altLang="en-US" dirty="0"/>
              <a:t>t</a:t>
            </a:r>
            <a:r>
              <a:rPr lang="pl-PL" altLang="en-US" dirty="0" err="1"/>
              <a:t>uł</a:t>
            </a:r>
            <a:endParaRPr lang="en-GB" altLang="en-US" dirty="0"/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sz="60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sz="600">
              <a:solidFill>
                <a:schemeClr val="accent3">
                  <a:lumMod val="85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ltGray">
          <a:xfrm>
            <a:off x="6312365" y="4760160"/>
            <a:ext cx="2203342" cy="1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61586" tIns="30792" rIns="61586" bIns="30792" anchor="b">
            <a:spAutoFit/>
          </a:bodyPr>
          <a:lstStyle/>
          <a:p>
            <a:pPr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l-PL" sz="600" dirty="0">
                <a:solidFill>
                  <a:srgbClr val="000000"/>
                </a:solidFill>
                <a:latin typeface="+mn-lt"/>
                <a:ea typeface="+mn-ea"/>
                <a:cs typeface="CiscoSans Thin"/>
              </a:rPr>
              <a:t>Wydawnictwo informatyczne ITSTART. Piekary Śląskie 2022</a:t>
            </a:r>
          </a:p>
        </p:txBody>
      </p:sp>
      <p:pic>
        <p:nvPicPr>
          <p:cNvPr id="3" name="Obraz 2" descr="Obraz zawierający tekst, clipart&#10;&#10;Opis wygenerowany automatycznie">
            <a:extLst>
              <a:ext uri="{FF2B5EF4-FFF2-40B4-BE49-F238E27FC236}">
                <a16:creationId xmlns:a16="http://schemas.microsoft.com/office/drawing/2014/main" id="{E5B5301B-6235-4A25-A36C-8EA275ACAD16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320801" y="4802187"/>
            <a:ext cx="691897" cy="1524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62" r:id="rId1"/>
    <p:sldLayoutId id="2147484013" r:id="rId2"/>
    <p:sldLayoutId id="2147484014" r:id="rId3"/>
    <p:sldLayoutId id="2147483965" r:id="rId4"/>
    <p:sldLayoutId id="2147483967" r:id="rId5"/>
    <p:sldLayoutId id="2147483995" r:id="rId6"/>
    <p:sldLayoutId id="2147484007" r:id="rId7"/>
    <p:sldLayoutId id="2147484010" r:id="rId8"/>
    <p:sldLayoutId id="2147484011" r:id="rId9"/>
    <p:sldLayoutId id="2147484029" r:id="rId10"/>
    <p:sldLayoutId id="2147484031" r:id="rId11"/>
  </p:sldLayoutIdLst>
  <p:transition spd="slow">
    <p:wipe/>
  </p:transition>
  <p:txStyles>
    <p:titleStyle>
      <a:lvl1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lang="en-US" sz="3200" kern="1200" dirty="0">
          <a:solidFill>
            <a:schemeClr val="accent4"/>
          </a:solidFill>
          <a:latin typeface="+mj-lt"/>
          <a:ea typeface="ＭＳ Ｐゴシック" charset="0"/>
          <a:cs typeface="CiscoSans"/>
        </a:defRPr>
      </a:lvl1pPr>
      <a:lvl2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2pPr>
      <a:lvl3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3pPr>
      <a:lvl4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4pPr>
      <a:lvl5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5pPr>
      <a:lvl6pPr marL="4572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6pPr>
      <a:lvl7pPr marL="9144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7pPr>
      <a:lvl8pPr marL="13716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8pPr>
      <a:lvl9pPr marL="18288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9pPr>
    </p:titleStyle>
    <p:bodyStyle>
      <a:lvl1pPr marL="169863" indent="-169863" algn="l" defTabSz="684213" rtl="0" eaLnBrk="1" fontAlgn="base" hangingPunct="1">
        <a:lnSpc>
          <a:spcPct val="95000"/>
        </a:lnSpc>
        <a:spcBef>
          <a:spcPts val="1075"/>
        </a:spcBef>
        <a:spcAft>
          <a:spcPct val="0"/>
        </a:spcAft>
        <a:buClr>
          <a:schemeClr val="tx2"/>
        </a:buClr>
        <a:buSzPct val="90000"/>
        <a:buFont typeface="Arial" charset="0"/>
        <a:buChar char="•"/>
        <a:defRPr lang="en-US" sz="15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1pPr>
      <a:lvl2pPr marL="358775" indent="-215900" algn="l" defTabSz="684213" rtl="0" eaLnBrk="1" fontAlgn="base" hangingPunct="1">
        <a:lnSpc>
          <a:spcPct val="95000"/>
        </a:lnSpc>
        <a:spcBef>
          <a:spcPts val="600"/>
        </a:spcBef>
        <a:spcAft>
          <a:spcPct val="0"/>
        </a:spcAft>
        <a:buClr>
          <a:schemeClr val="tx2"/>
        </a:buClr>
        <a:buFont typeface="Arial" charset="0"/>
        <a:buChar char="•"/>
        <a:defRPr lang="en-US" sz="14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2pPr>
      <a:lvl3pPr marL="431800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2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3pPr>
      <a:lvl4pPr marL="503238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4pPr>
      <a:lvl5pPr marL="574675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5pPr>
      <a:lvl6pPr marL="863856" indent="-171445" algn="l" defTabSz="685777" rtl="0" eaLnBrk="1" latinLnBrk="0" hangingPunct="1">
        <a:spcBef>
          <a:spcPts val="600"/>
        </a:spcBef>
        <a:buFont typeface="Arial" pitchFamily="34" charset="0"/>
        <a:buChar char="•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935844" indent="-171422" algn="l" defTabSz="685777" rtl="0" eaLnBrk="1" latinLnBrk="0" hangingPunct="1">
        <a:spcBef>
          <a:spcPts val="600"/>
        </a:spcBef>
        <a:buFont typeface="Arial" pitchFamily="34" charset="0"/>
        <a:buChar char="•"/>
        <a:defRPr sz="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400220" indent="0" algn="l" defTabSz="685777" rtl="0" eaLnBrk="1" latinLnBrk="0" hangingPunct="1">
        <a:spcBef>
          <a:spcPct val="20000"/>
        </a:spcBef>
        <a:buFont typeface="Arial" pitchFamily="34" charset="0"/>
        <a:buNone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53" indent="-171445" algn="l" defTabSz="685777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6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777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6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5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41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32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2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1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336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171450"/>
            <a:ext cx="2138637" cy="4978971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0416" y="-589"/>
            <a:ext cx="1767506" cy="514052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4694" y="468082"/>
            <a:ext cx="6683765" cy="9606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09" y="1600200"/>
            <a:ext cx="6686550" cy="2914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1210" y="4597828"/>
            <a:ext cx="859712" cy="2777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1910" y="4601856"/>
            <a:ext cx="571499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398860" y="590837"/>
            <a:ext cx="58482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36" name="Obraz 35" descr="Obraz zawierający tekst, clipart&#10;&#10;Opis wygenerowany automatycznie">
            <a:extLst>
              <a:ext uri="{FF2B5EF4-FFF2-40B4-BE49-F238E27FC236}">
                <a16:creationId xmlns:a16="http://schemas.microsoft.com/office/drawing/2014/main" id="{AAC7B974-11C0-4587-86D9-0AE7E9B22CD8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320801" y="4802187"/>
            <a:ext cx="691897" cy="15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769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53" r:id="rId1"/>
    <p:sldLayoutId id="2147484054" r:id="rId2"/>
    <p:sldLayoutId id="2147484055" r:id="rId3"/>
    <p:sldLayoutId id="2147484056" r:id="rId4"/>
    <p:sldLayoutId id="2147484057" r:id="rId5"/>
    <p:sldLayoutId id="2147484058" r:id="rId6"/>
    <p:sldLayoutId id="2147484059" r:id="rId7"/>
    <p:sldLayoutId id="2147484060" r:id="rId8"/>
    <p:sldLayoutId id="2147484061" r:id="rId9"/>
    <p:sldLayoutId id="2147484062" r:id="rId10"/>
    <p:sldLayoutId id="2147484063" r:id="rId11"/>
    <p:sldLayoutId id="2147484064" r:id="rId12"/>
    <p:sldLayoutId id="2147484065" r:id="rId13"/>
    <p:sldLayoutId id="2147484066" r:id="rId14"/>
    <p:sldLayoutId id="2147484067" r:id="rId15"/>
    <p:sldLayoutId id="2147484068" r:id="rId16"/>
    <p:sldLayoutId id="2147484069" r:id="rId17"/>
    <p:sldLayoutId id="2147484070" r:id="rId18"/>
  </p:sldLayoutIdLst>
  <p:transition spd="slow">
    <p:wipe/>
  </p:transition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336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171450"/>
            <a:ext cx="2138637" cy="4978971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0416" y="-589"/>
            <a:ext cx="1767506" cy="514052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4694" y="468082"/>
            <a:ext cx="6683765" cy="9606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09" y="1600200"/>
            <a:ext cx="6686550" cy="2914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1210" y="4597828"/>
            <a:ext cx="859712" cy="2777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1910" y="4601856"/>
            <a:ext cx="571499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398860" y="590837"/>
            <a:ext cx="58482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36" name="Obraz 35" descr="Obraz zawierający tekst, clipart&#10;&#10;Opis wygenerowany automatycznie">
            <a:extLst>
              <a:ext uri="{FF2B5EF4-FFF2-40B4-BE49-F238E27FC236}">
                <a16:creationId xmlns:a16="http://schemas.microsoft.com/office/drawing/2014/main" id="{B2296D36-0F82-45C9-A20F-0B5EA813DF71}"/>
              </a:ext>
            </a:extLst>
          </p:cNvPr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320801" y="4802187"/>
            <a:ext cx="691897" cy="15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12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9" r:id="rId1"/>
    <p:sldLayoutId id="2147484090" r:id="rId2"/>
    <p:sldLayoutId id="2147484091" r:id="rId3"/>
    <p:sldLayoutId id="2147484092" r:id="rId4"/>
    <p:sldLayoutId id="2147484093" r:id="rId5"/>
    <p:sldLayoutId id="2147484094" r:id="rId6"/>
    <p:sldLayoutId id="2147484095" r:id="rId7"/>
    <p:sldLayoutId id="2147484096" r:id="rId8"/>
    <p:sldLayoutId id="2147484097" r:id="rId9"/>
    <p:sldLayoutId id="2147484098" r:id="rId10"/>
    <p:sldLayoutId id="2147484099" r:id="rId11"/>
    <p:sldLayoutId id="2147484100" r:id="rId12"/>
    <p:sldLayoutId id="2147484101" r:id="rId13"/>
    <p:sldLayoutId id="2147484102" r:id="rId14"/>
    <p:sldLayoutId id="2147484103" r:id="rId15"/>
    <p:sldLayoutId id="2147484104" r:id="rId16"/>
  </p:sldLayoutIdLst>
  <p:transition spd="slow">
    <p:wipe/>
  </p:transition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3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8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8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9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10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11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1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 anchor="b">
            <a:normAutofit fontScale="85000" lnSpcReduction="20000"/>
          </a:bodyPr>
          <a:lstStyle/>
          <a:p>
            <a:pPr rtl="0"/>
            <a:r>
              <a:rPr lang="pl-PL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Laboratorium IPV6 – materiał pomocniczy</a:t>
            </a:r>
            <a:endParaRPr lang="pl-PL" sz="1800" dirty="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D280CE95-EC57-C26B-CEE6-1295A117D5E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pl-PL" dirty="0"/>
              <a:t>Wydawnictwo informatyczne ITSTART.</a:t>
            </a:r>
            <a:endParaRPr lang="en-US" dirty="0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F329CD50-6EE0-2D6D-39C2-5E1BF9E5A1B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r>
              <a:rPr lang="pl-PL" dirty="0"/>
              <a:t>2022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pPr rtl="0"/>
            <a:r>
              <a:rPr lang="pl-PL" sz="1400" dirty="0"/>
              <a:t>Materiały pomocnicze dla nauczyciela</a:t>
            </a:r>
          </a:p>
        </p:txBody>
      </p:sp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7101032" cy="644730"/>
          </a:xfrm>
        </p:spPr>
        <p:txBody>
          <a:bodyPr wrap="square" anchor="b">
            <a:normAutofit fontScale="90000"/>
          </a:bodyPr>
          <a:lstStyle/>
          <a:p>
            <a:pPr rtl="0"/>
            <a:r>
              <a:rPr lang="pl-PL" dirty="0"/>
              <a:t>DYNAMICZNE ADRESOWANIE IPv6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3650477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3"/>
          <p:cNvSpPr>
            <a:spLocks noGrp="1" noChangeArrowheads="1"/>
          </p:cNvSpPr>
          <p:nvPr>
            <p:ph type="title"/>
          </p:nvPr>
        </p:nvSpPr>
        <p:spPr>
          <a:xfrm>
            <a:off x="75571" y="0"/>
            <a:ext cx="9144000" cy="757551"/>
          </a:xfrm>
        </p:spPr>
        <p:txBody>
          <a:bodyPr/>
          <a:lstStyle/>
          <a:p>
            <a:pPr rtl="0" eaLnBrk="1" hangingPunct="1"/>
            <a:r>
              <a:rPr lang="pl-PL" dirty="0"/>
              <a:t>Nagłówek pakietu IPV6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F3784544-A500-43EE-9742-1CFF23C9E3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2687" y="902789"/>
            <a:ext cx="7294411" cy="283038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64007367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3"/>
          <p:cNvSpPr>
            <a:spLocks noGrp="1" noChangeArrowheads="1"/>
          </p:cNvSpPr>
          <p:nvPr>
            <p:ph type="title"/>
          </p:nvPr>
        </p:nvSpPr>
        <p:spPr>
          <a:xfrm>
            <a:off x="75571" y="0"/>
            <a:ext cx="9144000" cy="757551"/>
          </a:xfrm>
        </p:spPr>
        <p:txBody>
          <a:bodyPr/>
          <a:lstStyle/>
          <a:p>
            <a:pPr rtl="0" eaLnBrk="1" hangingPunct="1"/>
            <a:r>
              <a:rPr lang="pl-PL" dirty="0"/>
              <a:t>Nagłówek pakietu IPV6</a:t>
            </a:r>
          </a:p>
        </p:txBody>
      </p:sp>
      <p:sp>
        <p:nvSpPr>
          <p:cNvPr id="7171" name="Rectangle 34"/>
          <p:cNvSpPr>
            <a:spLocks noGrp="1" noChangeArrowheads="1"/>
          </p:cNvSpPr>
          <p:nvPr>
            <p:ph idx="4294967295"/>
          </p:nvPr>
        </p:nvSpPr>
        <p:spPr>
          <a:xfrm>
            <a:off x="266700" y="965200"/>
            <a:ext cx="8877300" cy="3643313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lvl="0" indent="-342900" algn="just">
              <a:lnSpc>
                <a:spcPct val="130000"/>
              </a:lnSpc>
              <a:spcBef>
                <a:spcPts val="1200"/>
              </a:spcBef>
              <a:spcAft>
                <a:spcPts val="500"/>
              </a:spcAft>
              <a:buFont typeface="Symbol" panose="05050102010706020507" pitchFamily="18" charset="2"/>
              <a:buChar char=""/>
            </a:pP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Version (4 bity) – wersja protokołu IP (wartość 6).</a:t>
            </a:r>
          </a:p>
          <a:p>
            <a:pPr marL="342900" lvl="0" indent="-342900" algn="just">
              <a:lnSpc>
                <a:spcPct val="130000"/>
              </a:lnSpc>
              <a:spcBef>
                <a:spcPts val="1200"/>
              </a:spcBef>
              <a:spcAft>
                <a:spcPts val="500"/>
              </a:spcAft>
              <a:buFont typeface="Symbol" panose="05050102010706020507" pitchFamily="18" charset="2"/>
              <a:buChar char=""/>
            </a:pPr>
            <a:r>
              <a:rPr lang="pl-PL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Traffic</a:t>
            </a: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l-PL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class</a:t>
            </a: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(8 bitów) – klasa ruchu określająca metodę obsługi pakietu przez </a:t>
            </a:r>
            <a:r>
              <a:rPr lang="pl-PL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QoS</a:t>
            </a: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</a:p>
          <a:p>
            <a:pPr marL="342900" lvl="0" indent="-342900" algn="just">
              <a:lnSpc>
                <a:spcPct val="130000"/>
              </a:lnSpc>
              <a:spcBef>
                <a:spcPts val="1200"/>
              </a:spcBef>
              <a:spcAft>
                <a:spcPts val="500"/>
              </a:spcAft>
              <a:buFont typeface="Symbol" panose="05050102010706020507" pitchFamily="18" charset="2"/>
              <a:buChar char=""/>
            </a:pPr>
            <a:r>
              <a:rPr lang="pl-PL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Flow</a:t>
            </a: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l-PL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label</a:t>
            </a: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(20 bitów) – identyfikator strumienia pakietów IPv6.</a:t>
            </a:r>
          </a:p>
          <a:p>
            <a:pPr marL="342900" lvl="0" indent="-342900" algn="just">
              <a:lnSpc>
                <a:spcPct val="130000"/>
              </a:lnSpc>
              <a:spcBef>
                <a:spcPts val="1200"/>
              </a:spcBef>
              <a:spcAft>
                <a:spcPts val="500"/>
              </a:spcAft>
              <a:buFont typeface="Symbol" panose="05050102010706020507" pitchFamily="18" charset="2"/>
              <a:buChar char=""/>
            </a:pPr>
            <a:r>
              <a:rPr lang="pl-PL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Payload</a:t>
            </a: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l-PL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length</a:t>
            </a: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(16 bitów) – długość danych zawartych w pakiecie.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33357529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3"/>
          <p:cNvSpPr>
            <a:spLocks noGrp="1" noChangeArrowheads="1"/>
          </p:cNvSpPr>
          <p:nvPr>
            <p:ph type="title"/>
          </p:nvPr>
        </p:nvSpPr>
        <p:spPr>
          <a:xfrm>
            <a:off x="75571" y="0"/>
            <a:ext cx="9144000" cy="757551"/>
          </a:xfrm>
        </p:spPr>
        <p:txBody>
          <a:bodyPr/>
          <a:lstStyle/>
          <a:p>
            <a:pPr rtl="0" eaLnBrk="1" hangingPunct="1"/>
            <a:r>
              <a:rPr lang="pl-PL" dirty="0"/>
              <a:t>Nagłówek pakietu IPV6</a:t>
            </a:r>
          </a:p>
        </p:txBody>
      </p:sp>
      <p:sp>
        <p:nvSpPr>
          <p:cNvPr id="7171" name="Rectangle 34"/>
          <p:cNvSpPr>
            <a:spLocks noGrp="1" noChangeArrowheads="1"/>
          </p:cNvSpPr>
          <p:nvPr>
            <p:ph idx="4294967295"/>
          </p:nvPr>
        </p:nvSpPr>
        <p:spPr>
          <a:xfrm>
            <a:off x="266700" y="965200"/>
            <a:ext cx="8877300" cy="3643313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lvl="0" indent="-342900" algn="just">
              <a:lnSpc>
                <a:spcPct val="130000"/>
              </a:lnSpc>
              <a:spcBef>
                <a:spcPts val="1200"/>
              </a:spcBef>
              <a:spcAft>
                <a:spcPts val="500"/>
              </a:spcAft>
              <a:buFont typeface="Symbol" panose="05050102010706020507" pitchFamily="18" charset="2"/>
              <a:buChar char=""/>
            </a:pPr>
            <a:r>
              <a:rPr lang="pl-PL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Next</a:t>
            </a: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l-PL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header</a:t>
            </a: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(8 bitów) – typ informacji znajdujących się za podstawowym nagłówkiem.</a:t>
            </a:r>
          </a:p>
          <a:p>
            <a:pPr marL="342900" lvl="0" indent="-342900" algn="just">
              <a:lnSpc>
                <a:spcPct val="130000"/>
              </a:lnSpc>
              <a:spcBef>
                <a:spcPts val="1200"/>
              </a:spcBef>
              <a:spcAft>
                <a:spcPts val="500"/>
              </a:spcAft>
              <a:buFont typeface="Symbol" panose="05050102010706020507" pitchFamily="18" charset="2"/>
              <a:buChar char=""/>
            </a:pP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Hop limit  (8 bitów) – liczba przeskoków, odpowiednik pola TTL w IPv4.</a:t>
            </a:r>
          </a:p>
          <a:p>
            <a:pPr marL="342900" lvl="0" indent="-342900" algn="just">
              <a:lnSpc>
                <a:spcPct val="130000"/>
              </a:lnSpc>
              <a:spcBef>
                <a:spcPts val="1200"/>
              </a:spcBef>
              <a:spcAft>
                <a:spcPts val="500"/>
              </a:spcAft>
              <a:buFont typeface="Symbol" panose="05050102010706020507" pitchFamily="18" charset="2"/>
              <a:buChar char=""/>
            </a:pP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Source </a:t>
            </a:r>
            <a:r>
              <a:rPr lang="pl-PL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address</a:t>
            </a: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(128 bitów) – adres IP nadawcy pakietu.</a:t>
            </a:r>
          </a:p>
          <a:p>
            <a:pPr marL="342900" lvl="0" indent="-342900" algn="just">
              <a:lnSpc>
                <a:spcPct val="130000"/>
              </a:lnSpc>
              <a:spcBef>
                <a:spcPts val="1200"/>
              </a:spcBef>
              <a:spcAft>
                <a:spcPts val="500"/>
              </a:spcAft>
              <a:buFont typeface="Symbol" panose="05050102010706020507" pitchFamily="18" charset="2"/>
              <a:buChar char=""/>
            </a:pPr>
            <a:r>
              <a:rPr lang="pl-PL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Destination</a:t>
            </a: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l-PL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address</a:t>
            </a: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(128 bitów) – adres IP odbiorcy pakietu.</a:t>
            </a:r>
          </a:p>
          <a:p>
            <a:pPr marL="0" indent="0" algn="just">
              <a:lnSpc>
                <a:spcPct val="130000"/>
              </a:lnSpc>
              <a:spcBef>
                <a:spcPts val="1200"/>
              </a:spcBef>
              <a:spcAft>
                <a:spcPts val="500"/>
              </a:spcAft>
              <a:buNone/>
            </a:pPr>
            <a:endParaRPr lang="pl-PL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11489207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3"/>
          <p:cNvSpPr>
            <a:spLocks noGrp="1" noChangeArrowheads="1"/>
          </p:cNvSpPr>
          <p:nvPr>
            <p:ph type="title"/>
          </p:nvPr>
        </p:nvSpPr>
        <p:spPr>
          <a:xfrm>
            <a:off x="75571" y="0"/>
            <a:ext cx="9144000" cy="757551"/>
          </a:xfrm>
        </p:spPr>
        <p:txBody>
          <a:bodyPr/>
          <a:lstStyle/>
          <a:p>
            <a:pPr rtl="0" eaLnBrk="1" hangingPunct="1"/>
            <a:r>
              <a:rPr lang="pl-PL" dirty="0"/>
              <a:t>Protokół NDP</a:t>
            </a:r>
          </a:p>
        </p:txBody>
      </p:sp>
      <p:sp>
        <p:nvSpPr>
          <p:cNvPr id="7171" name="Rectangle 34"/>
          <p:cNvSpPr>
            <a:spLocks noGrp="1" noChangeArrowheads="1"/>
          </p:cNvSpPr>
          <p:nvPr>
            <p:ph idx="4294967295"/>
          </p:nvPr>
        </p:nvSpPr>
        <p:spPr>
          <a:xfrm>
            <a:off x="266700" y="965201"/>
            <a:ext cx="8877300" cy="2677286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algn="just">
              <a:lnSpc>
                <a:spcPct val="130000"/>
              </a:lnSpc>
              <a:spcBef>
                <a:spcPts val="1200"/>
              </a:spcBef>
              <a:spcAft>
                <a:spcPts val="500"/>
              </a:spcAft>
            </a:pP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Protokół NDP (</a:t>
            </a:r>
            <a:r>
              <a:rPr lang="pl-PL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ang.</a:t>
            </a: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l-PL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Neighbor</a:t>
            </a:r>
            <a:r>
              <a:rPr lang="pl-PL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Discovery </a:t>
            </a:r>
            <a:r>
              <a:rPr lang="pl-PL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Protocol</a:t>
            </a: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), znany także pod nazwą </a:t>
            </a:r>
            <a:r>
              <a:rPr lang="pl-PL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ND</a:t>
            </a: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zastępuje znany z sieci IPv4, protokół ARP, lecz jest bardziej rozbudowany. Działa w warstwach Internet </a:t>
            </a:r>
            <a:r>
              <a:rPr lang="pl-PL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Layer</a:t>
            </a: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i Link </a:t>
            </a:r>
            <a:r>
              <a:rPr lang="pl-PL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Layer</a:t>
            </a: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modelu TCP/IP.</a:t>
            </a:r>
          </a:p>
          <a:p>
            <a:pPr algn="just">
              <a:lnSpc>
                <a:spcPct val="130000"/>
              </a:lnSpc>
              <a:spcBef>
                <a:spcPts val="1200"/>
              </a:spcBef>
              <a:spcAft>
                <a:spcPts val="500"/>
              </a:spcAft>
            </a:pP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Podstawowe komunikaty NDP to:</a:t>
            </a:r>
          </a:p>
          <a:p>
            <a:pPr algn="just">
              <a:lnSpc>
                <a:spcPct val="130000"/>
              </a:lnSpc>
              <a:spcBef>
                <a:spcPts val="1200"/>
              </a:spcBef>
              <a:spcAft>
                <a:spcPts val="500"/>
              </a:spcAft>
            </a:pPr>
            <a:r>
              <a:rPr lang="pl-PL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Router </a:t>
            </a:r>
            <a:r>
              <a:rPr lang="pl-PL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Solicitation</a:t>
            </a: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(Typ 133) – host wysyła żądanie rozpoznania routerów obsługujących IPv6 oraz podłączonych do lokalnych łącz.</a:t>
            </a:r>
          </a:p>
          <a:p>
            <a:pPr marL="0" indent="0" algn="just">
              <a:lnSpc>
                <a:spcPct val="130000"/>
              </a:lnSpc>
              <a:spcBef>
                <a:spcPts val="1200"/>
              </a:spcBef>
              <a:spcAft>
                <a:spcPts val="500"/>
              </a:spcAft>
              <a:buNone/>
            </a:pPr>
            <a:endParaRPr lang="pl-PL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54125855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3"/>
          <p:cNvSpPr>
            <a:spLocks noGrp="1" noChangeArrowheads="1"/>
          </p:cNvSpPr>
          <p:nvPr>
            <p:ph type="title"/>
          </p:nvPr>
        </p:nvSpPr>
        <p:spPr>
          <a:xfrm>
            <a:off x="75571" y="0"/>
            <a:ext cx="9144000" cy="757551"/>
          </a:xfrm>
        </p:spPr>
        <p:txBody>
          <a:bodyPr/>
          <a:lstStyle/>
          <a:p>
            <a:pPr rtl="0" eaLnBrk="1" hangingPunct="1"/>
            <a:r>
              <a:rPr lang="pl-PL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Router </a:t>
            </a:r>
            <a:r>
              <a:rPr lang="pl-PL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Solicitation</a:t>
            </a:r>
            <a:endParaRPr lang="pl-PL" dirty="0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645958ED-B20E-4DF8-9D8D-6FCBEFC2B1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2849" y="2640885"/>
            <a:ext cx="7217632" cy="1968899"/>
          </a:xfrm>
          <a:prstGeom prst="rect">
            <a:avLst/>
          </a:prstGeom>
        </p:spPr>
      </p:pic>
      <p:sp>
        <p:nvSpPr>
          <p:cNvPr id="6" name="pole tekstowe 5">
            <a:extLst>
              <a:ext uri="{FF2B5EF4-FFF2-40B4-BE49-F238E27FC236}">
                <a16:creationId xmlns:a16="http://schemas.microsoft.com/office/drawing/2014/main" id="{8179B319-BCC2-4E3A-B6D6-2AF14B39E77A}"/>
              </a:ext>
            </a:extLst>
          </p:cNvPr>
          <p:cNvSpPr txBox="1"/>
          <p:nvPr/>
        </p:nvSpPr>
        <p:spPr>
          <a:xfrm>
            <a:off x="2722994" y="1130857"/>
            <a:ext cx="4617342" cy="1136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  <a:spcBef>
                <a:spcPts val="1200"/>
              </a:spcBef>
              <a:spcAft>
                <a:spcPts val="500"/>
              </a:spcAft>
            </a:pPr>
            <a:r>
              <a:rPr lang="pl-PL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Router </a:t>
            </a:r>
            <a:r>
              <a:rPr lang="pl-PL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Solicitation</a:t>
            </a: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(Typ 133) – host wysyła żądanie rozpoznania routerów obsługujących IPv6 oraz podłączonych do lokalnych łącz.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33344412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3"/>
          <p:cNvSpPr>
            <a:spLocks noGrp="1" noChangeArrowheads="1"/>
          </p:cNvSpPr>
          <p:nvPr>
            <p:ph type="title"/>
          </p:nvPr>
        </p:nvSpPr>
        <p:spPr>
          <a:xfrm>
            <a:off x="75571" y="0"/>
            <a:ext cx="9144000" cy="757551"/>
          </a:xfrm>
        </p:spPr>
        <p:txBody>
          <a:bodyPr/>
          <a:lstStyle/>
          <a:p>
            <a:pPr rtl="0" eaLnBrk="1" hangingPunct="1"/>
            <a:r>
              <a:rPr lang="pl-PL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Router </a:t>
            </a:r>
            <a:r>
              <a:rPr lang="pl-PL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Advertisement</a:t>
            </a: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pl-PL" dirty="0"/>
          </a:p>
        </p:txBody>
      </p:sp>
      <p:pic>
        <p:nvPicPr>
          <p:cNvPr id="4" name="Obraz 3" descr="Obraz zawierający stół&#10;&#10;Opis wygenerowany automatycznie">
            <a:extLst>
              <a:ext uri="{FF2B5EF4-FFF2-40B4-BE49-F238E27FC236}">
                <a16:creationId xmlns:a16="http://schemas.microsoft.com/office/drawing/2014/main" id="{50228D07-23DE-4E35-9E07-2CF1BCE4EE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7639" y="2243501"/>
            <a:ext cx="5907466" cy="2595395"/>
          </a:xfrm>
          <a:prstGeom prst="rect">
            <a:avLst/>
          </a:prstGeom>
        </p:spPr>
      </p:pic>
      <p:sp>
        <p:nvSpPr>
          <p:cNvPr id="6" name="pole tekstowe 5">
            <a:extLst>
              <a:ext uri="{FF2B5EF4-FFF2-40B4-BE49-F238E27FC236}">
                <a16:creationId xmlns:a16="http://schemas.microsoft.com/office/drawing/2014/main" id="{49C6532A-A6EE-4F3A-A592-460F7D4509FD}"/>
              </a:ext>
            </a:extLst>
          </p:cNvPr>
          <p:cNvSpPr txBox="1"/>
          <p:nvPr/>
        </p:nvSpPr>
        <p:spPr>
          <a:xfrm>
            <a:off x="2706480" y="746681"/>
            <a:ext cx="4609784" cy="1496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  <a:spcBef>
                <a:spcPts val="1200"/>
              </a:spcBef>
              <a:spcAft>
                <a:spcPts val="500"/>
              </a:spcAft>
            </a:pPr>
            <a:r>
              <a:rPr lang="pl-PL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Router </a:t>
            </a:r>
            <a:r>
              <a:rPr lang="pl-PL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Advertisement</a:t>
            </a: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(Typ 134) – odpowiedź na żądanie Router </a:t>
            </a:r>
            <a:r>
              <a:rPr lang="pl-PL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Solicitation</a:t>
            </a: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zawierająca dane wymagane do wygenerowania adresu IPv6 dla hosta.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80488808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3"/>
          <p:cNvSpPr>
            <a:spLocks noGrp="1" noChangeArrowheads="1"/>
          </p:cNvSpPr>
          <p:nvPr>
            <p:ph type="title"/>
          </p:nvPr>
        </p:nvSpPr>
        <p:spPr>
          <a:xfrm>
            <a:off x="75571" y="0"/>
            <a:ext cx="9144000" cy="757551"/>
          </a:xfrm>
        </p:spPr>
        <p:txBody>
          <a:bodyPr/>
          <a:lstStyle/>
          <a:p>
            <a:pPr rtl="0" eaLnBrk="1" hangingPunct="1"/>
            <a:r>
              <a:rPr lang="pl-PL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Neighbor</a:t>
            </a:r>
            <a:r>
              <a:rPr lang="pl-PL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l-PL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Solicitation</a:t>
            </a: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pl-PL" dirty="0"/>
          </a:p>
        </p:txBody>
      </p:sp>
      <p:pic>
        <p:nvPicPr>
          <p:cNvPr id="5" name="Obraz 4" descr="Obraz zawierający tekst, tenis, zrzut ekranu&#10;&#10;Opis wygenerowany automatycznie">
            <a:extLst>
              <a:ext uri="{FF2B5EF4-FFF2-40B4-BE49-F238E27FC236}">
                <a16:creationId xmlns:a16="http://schemas.microsoft.com/office/drawing/2014/main" id="{FFECE2E1-0B2F-432C-A68B-B11A401CA9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6888" y="2344398"/>
            <a:ext cx="6806752" cy="2489563"/>
          </a:xfrm>
          <a:prstGeom prst="rect">
            <a:avLst/>
          </a:prstGeom>
        </p:spPr>
      </p:pic>
      <p:sp>
        <p:nvSpPr>
          <p:cNvPr id="6" name="pole tekstowe 5">
            <a:extLst>
              <a:ext uri="{FF2B5EF4-FFF2-40B4-BE49-F238E27FC236}">
                <a16:creationId xmlns:a16="http://schemas.microsoft.com/office/drawing/2014/main" id="{2F5C978B-91A0-4F3B-83C5-C0DCD92138CD}"/>
              </a:ext>
            </a:extLst>
          </p:cNvPr>
          <p:cNvSpPr txBox="1"/>
          <p:nvPr/>
        </p:nvSpPr>
        <p:spPr>
          <a:xfrm>
            <a:off x="2614731" y="378775"/>
            <a:ext cx="4609784" cy="1856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  <a:spcBef>
                <a:spcPts val="1200"/>
              </a:spcBef>
              <a:spcAft>
                <a:spcPts val="500"/>
              </a:spcAft>
            </a:pPr>
            <a:r>
              <a:rPr lang="pl-PL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Neighbor</a:t>
            </a:r>
            <a:r>
              <a:rPr lang="pl-PL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l-PL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Solicitation</a:t>
            </a: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(Typ 135) – stosowany przez urządzenie do poznania adresu fizycznego (MAC) w warstwie Link </a:t>
            </a:r>
            <a:r>
              <a:rPr lang="pl-PL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Layer</a:t>
            </a: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oraz sprawdzenia czy dany host jest nadal dostępny pod tym adresem.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40137101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3"/>
          <p:cNvSpPr>
            <a:spLocks noGrp="1" noChangeArrowheads="1"/>
          </p:cNvSpPr>
          <p:nvPr>
            <p:ph type="title"/>
          </p:nvPr>
        </p:nvSpPr>
        <p:spPr>
          <a:xfrm>
            <a:off x="75571" y="0"/>
            <a:ext cx="9144000" cy="757551"/>
          </a:xfrm>
        </p:spPr>
        <p:txBody>
          <a:bodyPr/>
          <a:lstStyle/>
          <a:p>
            <a:pPr rtl="0" eaLnBrk="1" hangingPunct="1"/>
            <a:r>
              <a:rPr lang="pl-PL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Neighbor</a:t>
            </a:r>
            <a:r>
              <a:rPr lang="pl-PL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l-PL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Advertisement</a:t>
            </a: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pl-PL" dirty="0"/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F4051233-D39A-477B-9543-29AE2907B1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7049" y="2215675"/>
            <a:ext cx="7457780" cy="2703948"/>
          </a:xfrm>
          <a:prstGeom prst="rect">
            <a:avLst/>
          </a:prstGeom>
        </p:spPr>
      </p:pic>
      <p:sp>
        <p:nvSpPr>
          <p:cNvPr id="6" name="pole tekstowe 5">
            <a:extLst>
              <a:ext uri="{FF2B5EF4-FFF2-40B4-BE49-F238E27FC236}">
                <a16:creationId xmlns:a16="http://schemas.microsoft.com/office/drawing/2014/main" id="{82F3D0F4-F76B-469D-AABC-9E66145CC48F}"/>
              </a:ext>
            </a:extLst>
          </p:cNvPr>
          <p:cNvSpPr txBox="1"/>
          <p:nvPr/>
        </p:nvSpPr>
        <p:spPr>
          <a:xfrm>
            <a:off x="2675187" y="1236449"/>
            <a:ext cx="4609784" cy="776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  <a:spcBef>
                <a:spcPts val="1200"/>
              </a:spcBef>
              <a:spcAft>
                <a:spcPts val="500"/>
              </a:spcAft>
            </a:pPr>
            <a:r>
              <a:rPr lang="pl-PL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Neighbor</a:t>
            </a:r>
            <a:r>
              <a:rPr lang="pl-PL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l-PL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Advertisement</a:t>
            </a: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(Typ 135) – odpowiedź na żądanie </a:t>
            </a:r>
            <a:r>
              <a:rPr lang="pl-PL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Neighbor</a:t>
            </a: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l-PL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Solicitation</a:t>
            </a: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33009797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3"/>
          <p:cNvSpPr>
            <a:spLocks noGrp="1" noChangeArrowheads="1"/>
          </p:cNvSpPr>
          <p:nvPr>
            <p:ph type="title"/>
          </p:nvPr>
        </p:nvSpPr>
        <p:spPr>
          <a:xfrm>
            <a:off x="75571" y="0"/>
            <a:ext cx="9144000" cy="757551"/>
          </a:xfrm>
        </p:spPr>
        <p:txBody>
          <a:bodyPr/>
          <a:lstStyle/>
          <a:p>
            <a:pPr rtl="0" eaLnBrk="1" hangingPunct="1"/>
            <a:r>
              <a:rPr lang="pl-PL" dirty="0"/>
              <a:t>Nagłówek ICMPV6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67FC99F1-CC01-433E-98B6-C61565376C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7735" y="757551"/>
            <a:ext cx="7587837" cy="821867"/>
          </a:xfrm>
          <a:prstGeom prst="rect">
            <a:avLst/>
          </a:prstGeom>
        </p:spPr>
      </p:pic>
      <p:sp>
        <p:nvSpPr>
          <p:cNvPr id="6" name="Rectangle 34">
            <a:extLst>
              <a:ext uri="{FF2B5EF4-FFF2-40B4-BE49-F238E27FC236}">
                <a16:creationId xmlns:a16="http://schemas.microsoft.com/office/drawing/2014/main" id="{50F34BD1-AC74-4D7C-9791-8B36BD37BDF3}"/>
              </a:ext>
            </a:extLst>
          </p:cNvPr>
          <p:cNvSpPr txBox="1">
            <a:spLocks noChangeArrowheads="1"/>
          </p:cNvSpPr>
          <p:nvPr/>
        </p:nvSpPr>
        <p:spPr>
          <a:xfrm>
            <a:off x="619677" y="2015628"/>
            <a:ext cx="8305170" cy="26772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 algn="just">
              <a:lnSpc>
                <a:spcPct val="150000"/>
              </a:lnSpc>
              <a:spcBef>
                <a:spcPts val="12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pl-PL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Type</a:t>
            </a: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(8 bitów) – w tym polu znajduje typ komunikatu. </a:t>
            </a:r>
          </a:p>
          <a:p>
            <a:pPr marL="342900" lvl="0" indent="-342900" algn="just">
              <a:lnSpc>
                <a:spcPct val="150000"/>
              </a:lnSpc>
              <a:spcBef>
                <a:spcPts val="12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pl-PL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Code</a:t>
            </a: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(8 bitów) – zależy od wartości pola </a:t>
            </a:r>
            <a:r>
              <a:rPr lang="pl-PL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Type</a:t>
            </a: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i jest rozszerzeniem typu komunikatu.  </a:t>
            </a:r>
          </a:p>
          <a:p>
            <a:pPr marL="342900" lvl="0" indent="-342900" algn="just">
              <a:lnSpc>
                <a:spcPct val="150000"/>
              </a:lnSpc>
              <a:spcBef>
                <a:spcPts val="12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pl-PL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Checksum</a:t>
            </a: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(16 bitów) – suma kontrolna służąca do wykrywania błędów w pakiecie.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42928874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3"/>
          <p:cNvSpPr>
            <a:spLocks noGrp="1" noChangeArrowheads="1"/>
          </p:cNvSpPr>
          <p:nvPr>
            <p:ph type="title"/>
          </p:nvPr>
        </p:nvSpPr>
        <p:spPr>
          <a:xfrm>
            <a:off x="75571" y="0"/>
            <a:ext cx="9144000" cy="757551"/>
          </a:xfrm>
        </p:spPr>
        <p:txBody>
          <a:bodyPr/>
          <a:lstStyle/>
          <a:p>
            <a:pPr rtl="0" eaLnBrk="1" hangingPunct="1"/>
            <a:r>
              <a:rPr lang="pl-PL" dirty="0"/>
              <a:t>Typy komunikatów ICMPV6</a:t>
            </a:r>
          </a:p>
        </p:txBody>
      </p:sp>
      <p:sp>
        <p:nvSpPr>
          <p:cNvPr id="7171" name="Rectangle 34"/>
          <p:cNvSpPr>
            <a:spLocks noGrp="1" noChangeArrowheads="1"/>
          </p:cNvSpPr>
          <p:nvPr>
            <p:ph idx="4294967295"/>
          </p:nvPr>
        </p:nvSpPr>
        <p:spPr>
          <a:xfrm>
            <a:off x="2146194" y="965201"/>
            <a:ext cx="6997805" cy="2677286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lvl="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Raporty błędów (wartości pola </a:t>
            </a:r>
            <a:r>
              <a:rPr lang="pl-PL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Type</a:t>
            </a:r>
            <a:r>
              <a:rPr lang="pl-PL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od 0 do 127)</a:t>
            </a:r>
          </a:p>
          <a:p>
            <a:pPr marL="342900" lvl="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Wiadomości (wartości pola </a:t>
            </a:r>
            <a:r>
              <a:rPr lang="pl-PL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Type</a:t>
            </a:r>
            <a:r>
              <a:rPr lang="pl-PL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l-PL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Type</a:t>
            </a:r>
            <a:r>
              <a:rPr lang="pl-PL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od 128 do 255)</a:t>
            </a:r>
          </a:p>
          <a:p>
            <a:pPr marL="0" indent="0" algn="just">
              <a:lnSpc>
                <a:spcPct val="130000"/>
              </a:lnSpc>
              <a:spcBef>
                <a:spcPts val="1200"/>
              </a:spcBef>
              <a:spcAft>
                <a:spcPts val="500"/>
              </a:spcAft>
              <a:buNone/>
            </a:pPr>
            <a:endParaRPr lang="pl-PL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62412400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3"/>
          <p:cNvSpPr>
            <a:spLocks noGrp="1" noChangeArrowheads="1"/>
          </p:cNvSpPr>
          <p:nvPr>
            <p:ph type="title"/>
          </p:nvPr>
        </p:nvSpPr>
        <p:spPr>
          <a:xfrm>
            <a:off x="75571" y="0"/>
            <a:ext cx="9144000" cy="757551"/>
          </a:xfrm>
        </p:spPr>
        <p:txBody>
          <a:bodyPr/>
          <a:lstStyle/>
          <a:p>
            <a:pPr rtl="0" eaLnBrk="1" hangingPunct="1"/>
            <a:r>
              <a:rPr lang="pl-PL" dirty="0"/>
              <a:t>Metody dynamicznego konfigurowania adresu GUA</a:t>
            </a:r>
          </a:p>
        </p:txBody>
      </p:sp>
      <p:sp>
        <p:nvSpPr>
          <p:cNvPr id="7171" name="Rectangle 34"/>
          <p:cNvSpPr>
            <a:spLocks noGrp="1" noChangeArrowheads="1"/>
          </p:cNvSpPr>
          <p:nvPr>
            <p:ph idx="4294967295"/>
          </p:nvPr>
        </p:nvSpPr>
        <p:spPr>
          <a:xfrm>
            <a:off x="2146194" y="965201"/>
            <a:ext cx="6997805" cy="2677286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lvl="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SLAAC</a:t>
            </a:r>
          </a:p>
          <a:p>
            <a:pPr marL="342900" lvl="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SLAAC z bezstanowym DHCPV6</a:t>
            </a:r>
          </a:p>
          <a:p>
            <a:pPr marL="342900" lvl="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pl-PL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Stanowy DHCPV6</a:t>
            </a:r>
            <a:endParaRPr lang="pl-PL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lnSpc>
                <a:spcPct val="130000"/>
              </a:lnSpc>
              <a:spcBef>
                <a:spcPts val="1200"/>
              </a:spcBef>
              <a:spcAft>
                <a:spcPts val="500"/>
              </a:spcAft>
              <a:buNone/>
            </a:pPr>
            <a:endParaRPr lang="pl-PL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13550709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3"/>
          <p:cNvSpPr>
            <a:spLocks noGrp="1" noChangeArrowheads="1"/>
          </p:cNvSpPr>
          <p:nvPr>
            <p:ph type="title"/>
          </p:nvPr>
        </p:nvSpPr>
        <p:spPr>
          <a:xfrm>
            <a:off x="75571" y="0"/>
            <a:ext cx="9144000" cy="757551"/>
          </a:xfrm>
        </p:spPr>
        <p:txBody>
          <a:bodyPr/>
          <a:lstStyle/>
          <a:p>
            <a:pPr rtl="0" eaLnBrk="1" hangingPunct="1"/>
            <a:r>
              <a:rPr lang="pl-PL" dirty="0"/>
              <a:t>Metoda SLAAC</a:t>
            </a:r>
          </a:p>
        </p:txBody>
      </p:sp>
      <p:sp>
        <p:nvSpPr>
          <p:cNvPr id="7171" name="Rectangle 34"/>
          <p:cNvSpPr>
            <a:spLocks noGrp="1" noChangeArrowheads="1"/>
          </p:cNvSpPr>
          <p:nvPr>
            <p:ph idx="4294967295"/>
          </p:nvPr>
        </p:nvSpPr>
        <p:spPr>
          <a:xfrm>
            <a:off x="266700" y="965201"/>
            <a:ext cx="8877300" cy="2677286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algn="just">
              <a:lnSpc>
                <a:spcPct val="130000"/>
              </a:lnSpc>
              <a:spcBef>
                <a:spcPts val="1200"/>
              </a:spcBef>
              <a:spcAft>
                <a:spcPts val="500"/>
              </a:spcAft>
            </a:pP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Metoda SLAAC (</a:t>
            </a:r>
            <a:r>
              <a:rPr lang="pl-PL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ang.</a:t>
            </a: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l-PL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Stateless</a:t>
            </a: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l-PL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Address</a:t>
            </a: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l-PL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AutoConfiguration</a:t>
            </a: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pozwala urządzeniu sieciowemu na automatyczną konfigurację adresu GUA bez używania usługi DHCPV6.</a:t>
            </a:r>
          </a:p>
          <a:p>
            <a:pPr algn="just">
              <a:lnSpc>
                <a:spcPct val="130000"/>
              </a:lnSpc>
              <a:spcBef>
                <a:spcPts val="1200"/>
              </a:spcBef>
              <a:spcAft>
                <a:spcPts val="500"/>
              </a:spcAft>
            </a:pP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Do tej konfiguracji, urządzenia uzyskują niezbędne informacje, pochodzące z komunikatów </a:t>
            </a:r>
            <a:r>
              <a:rPr lang="pl-PL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ICMPV6 RA</a:t>
            </a: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wysyłanych przez router lokalny.</a:t>
            </a:r>
          </a:p>
          <a:p>
            <a:pPr algn="just">
              <a:lnSpc>
                <a:spcPct val="130000"/>
              </a:lnSpc>
              <a:spcBef>
                <a:spcPts val="1200"/>
              </a:spcBef>
              <a:spcAft>
                <a:spcPts val="500"/>
              </a:spcAft>
            </a:pP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Prefiks podsieci jest dostarczany w komunikacie </a:t>
            </a:r>
            <a:r>
              <a:rPr lang="pl-PL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ICMPV6 RA</a:t>
            </a: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a urządzenie wykorzystuje procedurę </a:t>
            </a:r>
            <a:r>
              <a:rPr lang="pl-PL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EUI-64</a:t>
            </a: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lub inną metodę do losowego generowania 64-bitowego ID interfejsu.</a:t>
            </a:r>
          </a:p>
          <a:p>
            <a:pPr marL="0" indent="0" algn="just">
              <a:lnSpc>
                <a:spcPct val="130000"/>
              </a:lnSpc>
              <a:spcBef>
                <a:spcPts val="1200"/>
              </a:spcBef>
              <a:spcAft>
                <a:spcPts val="500"/>
              </a:spcAft>
              <a:buNone/>
            </a:pPr>
            <a:endParaRPr lang="pl-PL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48824604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3"/>
          <p:cNvSpPr>
            <a:spLocks noGrp="1" noChangeArrowheads="1"/>
          </p:cNvSpPr>
          <p:nvPr>
            <p:ph type="title"/>
          </p:nvPr>
        </p:nvSpPr>
        <p:spPr>
          <a:xfrm>
            <a:off x="75571" y="0"/>
            <a:ext cx="9144000" cy="757551"/>
          </a:xfrm>
        </p:spPr>
        <p:txBody>
          <a:bodyPr/>
          <a:lstStyle/>
          <a:p>
            <a:pPr rtl="0" eaLnBrk="1" hangingPunct="1"/>
            <a:r>
              <a:rPr lang="pl-PL" dirty="0"/>
              <a:t>Procedura EUI-64</a:t>
            </a:r>
          </a:p>
        </p:txBody>
      </p:sp>
      <p:sp>
        <p:nvSpPr>
          <p:cNvPr id="7171" name="Rectangle 34"/>
          <p:cNvSpPr>
            <a:spLocks noGrp="1" noChangeArrowheads="1"/>
          </p:cNvSpPr>
          <p:nvPr>
            <p:ph idx="4294967295"/>
          </p:nvPr>
        </p:nvSpPr>
        <p:spPr>
          <a:xfrm>
            <a:off x="266700" y="965201"/>
            <a:ext cx="8877300" cy="2677286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algn="just">
              <a:lnSpc>
                <a:spcPct val="130000"/>
              </a:lnSpc>
              <a:spcBef>
                <a:spcPts val="1200"/>
              </a:spcBef>
              <a:spcAft>
                <a:spcPts val="500"/>
              </a:spcAft>
            </a:pP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Krok 1. Pobierany jest adres MAC urządzenia.</a:t>
            </a:r>
          </a:p>
          <a:p>
            <a:pPr algn="just">
              <a:lnSpc>
                <a:spcPct val="130000"/>
              </a:lnSpc>
              <a:spcBef>
                <a:spcPts val="1200"/>
              </a:spcBef>
              <a:spcAft>
                <a:spcPts val="500"/>
              </a:spcAft>
            </a:pP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Krok 2. Wartość </a:t>
            </a:r>
            <a:r>
              <a:rPr lang="pl-PL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FFFE</a:t>
            </a: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jest wstawiana do środka </a:t>
            </a:r>
          </a:p>
          <a:p>
            <a:pPr marL="0" indent="0" algn="just">
              <a:lnSpc>
                <a:spcPct val="130000"/>
              </a:lnSpc>
              <a:spcBef>
                <a:spcPts val="1200"/>
              </a:spcBef>
              <a:spcAft>
                <a:spcPts val="500"/>
              </a:spcAft>
              <a:buNone/>
            </a:pP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adresu MAC.</a:t>
            </a:r>
          </a:p>
          <a:p>
            <a:pPr algn="just">
              <a:lnSpc>
                <a:spcPct val="130000"/>
              </a:lnSpc>
              <a:spcBef>
                <a:spcPts val="1200"/>
              </a:spcBef>
              <a:spcAft>
                <a:spcPts val="500"/>
              </a:spcAft>
            </a:pP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Krok 3. Siódmy bit (licząc od lewej strony) </a:t>
            </a:r>
          </a:p>
          <a:p>
            <a:pPr marL="0" indent="0" algn="just">
              <a:lnSpc>
                <a:spcPct val="130000"/>
              </a:lnSpc>
              <a:spcBef>
                <a:spcPts val="1200"/>
              </a:spcBef>
              <a:spcAft>
                <a:spcPts val="500"/>
              </a:spcAft>
              <a:buNone/>
            </a:pP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adresu MAC jest zamieniany z 0 na 1.</a:t>
            </a:r>
          </a:p>
          <a:p>
            <a:pPr marL="0" indent="0" algn="just">
              <a:lnSpc>
                <a:spcPct val="130000"/>
              </a:lnSpc>
              <a:spcBef>
                <a:spcPts val="1200"/>
              </a:spcBef>
              <a:spcAft>
                <a:spcPts val="500"/>
              </a:spcAft>
              <a:buNone/>
            </a:pPr>
            <a:endParaRPr lang="pl-PL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4" name="Obraz 3" descr="Obraz zawierający tekst&#10;&#10;Opis wygenerowany automatycznie">
            <a:extLst>
              <a:ext uri="{FF2B5EF4-FFF2-40B4-BE49-F238E27FC236}">
                <a16:creationId xmlns:a16="http://schemas.microsoft.com/office/drawing/2014/main" id="{89C6CF34-5AE2-43D2-B510-B11B33D18F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2649" y="337822"/>
            <a:ext cx="2669540" cy="414020"/>
          </a:xfrm>
          <a:prstGeom prst="rect">
            <a:avLst/>
          </a:prstGeom>
        </p:spPr>
      </p:pic>
      <p:pic>
        <p:nvPicPr>
          <p:cNvPr id="5" name="Obraz 4">
            <a:extLst>
              <a:ext uri="{FF2B5EF4-FFF2-40B4-BE49-F238E27FC236}">
                <a16:creationId xmlns:a16="http://schemas.microsoft.com/office/drawing/2014/main" id="{99CB61FA-3D07-4D84-9A9F-F6A539F4CC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6257" y="965201"/>
            <a:ext cx="3933825" cy="2066925"/>
          </a:xfrm>
          <a:prstGeom prst="rect">
            <a:avLst/>
          </a:prstGeom>
        </p:spPr>
      </p:pic>
      <p:pic>
        <p:nvPicPr>
          <p:cNvPr id="6" name="Obraz 5">
            <a:extLst>
              <a:ext uri="{FF2B5EF4-FFF2-40B4-BE49-F238E27FC236}">
                <a16:creationId xmlns:a16="http://schemas.microsoft.com/office/drawing/2014/main" id="{1378CD61-9C93-4038-815D-116FC73F52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8682" y="3239776"/>
            <a:ext cx="3581400" cy="169545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37995871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3"/>
          <p:cNvSpPr>
            <a:spLocks noGrp="1" noChangeArrowheads="1"/>
          </p:cNvSpPr>
          <p:nvPr>
            <p:ph type="title"/>
          </p:nvPr>
        </p:nvSpPr>
        <p:spPr>
          <a:xfrm>
            <a:off x="75571" y="0"/>
            <a:ext cx="9144000" cy="757551"/>
          </a:xfrm>
        </p:spPr>
        <p:txBody>
          <a:bodyPr/>
          <a:lstStyle/>
          <a:p>
            <a:pPr rtl="0" eaLnBrk="1" hangingPunct="1"/>
            <a:r>
              <a:rPr lang="pl-PL" dirty="0"/>
              <a:t>Metoda SLAAC z bezstanowym DHCPV6</a:t>
            </a:r>
          </a:p>
        </p:txBody>
      </p:sp>
      <p:sp>
        <p:nvSpPr>
          <p:cNvPr id="7171" name="Rectangle 34"/>
          <p:cNvSpPr>
            <a:spLocks noGrp="1" noChangeArrowheads="1"/>
          </p:cNvSpPr>
          <p:nvPr>
            <p:ph idx="4294967295"/>
          </p:nvPr>
        </p:nvSpPr>
        <p:spPr>
          <a:xfrm>
            <a:off x="266700" y="965201"/>
            <a:ext cx="8877300" cy="2677286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just">
              <a:lnSpc>
                <a:spcPct val="130000"/>
              </a:lnSpc>
              <a:spcBef>
                <a:spcPts val="1200"/>
              </a:spcBef>
              <a:spcAft>
                <a:spcPts val="500"/>
              </a:spcAft>
            </a:pP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Urządzenie sieciowe tworzy własny adres GUA.</a:t>
            </a:r>
          </a:p>
          <a:p>
            <a:pPr algn="just">
              <a:lnSpc>
                <a:spcPct val="130000"/>
              </a:lnSpc>
              <a:spcBef>
                <a:spcPts val="1200"/>
              </a:spcBef>
              <a:spcAft>
                <a:spcPts val="500"/>
              </a:spcAft>
            </a:pP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Jako adres bramy domyślnej używa adresu LLA routera (jest to źródłowy adres w komunikacie </a:t>
            </a:r>
            <a:r>
              <a:rPr lang="pl-PL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ICMPV6 RA</a:t>
            </a: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).</a:t>
            </a:r>
          </a:p>
          <a:p>
            <a:pPr algn="just">
              <a:lnSpc>
                <a:spcPct val="130000"/>
              </a:lnSpc>
              <a:spcBef>
                <a:spcPts val="1200"/>
              </a:spcBef>
              <a:spcAft>
                <a:spcPts val="500"/>
              </a:spcAft>
            </a:pP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Do uzyskania pozostałych informacji, takich jak: adres serwera DNS i nazwy domeny,   używa bezstanowego serwera</a:t>
            </a:r>
            <a:r>
              <a:rPr lang="pl-PL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DHCPV6</a:t>
            </a: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90691360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3"/>
          <p:cNvSpPr>
            <a:spLocks noGrp="1" noChangeArrowheads="1"/>
          </p:cNvSpPr>
          <p:nvPr>
            <p:ph type="title"/>
          </p:nvPr>
        </p:nvSpPr>
        <p:spPr>
          <a:xfrm>
            <a:off x="75571" y="0"/>
            <a:ext cx="9144000" cy="757551"/>
          </a:xfrm>
        </p:spPr>
        <p:txBody>
          <a:bodyPr/>
          <a:lstStyle/>
          <a:p>
            <a:pPr rtl="0" eaLnBrk="1" hangingPunct="1"/>
            <a:r>
              <a:rPr lang="pl-PL" dirty="0"/>
              <a:t>Metoda ze stanowym DHCPV6</a:t>
            </a:r>
          </a:p>
        </p:txBody>
      </p:sp>
      <p:sp>
        <p:nvSpPr>
          <p:cNvPr id="7171" name="Rectangle 34"/>
          <p:cNvSpPr>
            <a:spLocks noGrp="1" noChangeArrowheads="1"/>
          </p:cNvSpPr>
          <p:nvPr>
            <p:ph idx="4294967295"/>
          </p:nvPr>
        </p:nvSpPr>
        <p:spPr>
          <a:xfrm>
            <a:off x="825920" y="859403"/>
            <a:ext cx="7275211" cy="3674812"/>
          </a:xfrm>
          <a:prstGeom prst="rect">
            <a:avLst/>
          </a:prstGeom>
        </p:spPr>
        <p:txBody>
          <a:bodyPr>
            <a:noAutofit/>
          </a:bodyPr>
          <a:lstStyle/>
          <a:p>
            <a:pPr algn="just">
              <a:lnSpc>
                <a:spcPct val="130000"/>
              </a:lnSpc>
              <a:spcBef>
                <a:spcPts val="1200"/>
              </a:spcBef>
              <a:spcAft>
                <a:spcPts val="500"/>
              </a:spcAft>
            </a:pP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Urządzenie sieciowe odbiera z serwera DHCPV6:</a:t>
            </a:r>
          </a:p>
          <a:p>
            <a:pPr marL="342900" lvl="0" indent="-342900" algn="just">
              <a:lnSpc>
                <a:spcPct val="150000"/>
              </a:lnSpc>
              <a:spcBef>
                <a:spcPts val="1200"/>
              </a:spcBef>
              <a:spcAft>
                <a:spcPts val="500"/>
              </a:spcAft>
              <a:buFont typeface="Symbol" panose="05050102010706020507" pitchFamily="18" charset="2"/>
              <a:buChar char=""/>
            </a:pP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Adres GUA.</a:t>
            </a:r>
          </a:p>
          <a:p>
            <a:pPr marL="342900" lvl="0" indent="-342900" algn="just">
              <a:lnSpc>
                <a:spcPct val="150000"/>
              </a:lnSpc>
              <a:spcBef>
                <a:spcPts val="1200"/>
              </a:spcBef>
              <a:spcAft>
                <a:spcPts val="500"/>
              </a:spcAft>
              <a:buFont typeface="Symbol" panose="05050102010706020507" pitchFamily="18" charset="2"/>
              <a:buChar char=""/>
            </a:pP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Długość przedrostka (prefiks).</a:t>
            </a:r>
          </a:p>
          <a:p>
            <a:pPr marL="342900" lvl="0" indent="-342900" algn="just">
              <a:lnSpc>
                <a:spcPct val="150000"/>
              </a:lnSpc>
              <a:spcBef>
                <a:spcPts val="1200"/>
              </a:spcBef>
              <a:spcAft>
                <a:spcPts val="500"/>
              </a:spcAft>
              <a:buFont typeface="Symbol" panose="05050102010706020507" pitchFamily="18" charset="2"/>
              <a:buChar char=""/>
            </a:pP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Adres serwera DNS.</a:t>
            </a:r>
          </a:p>
          <a:p>
            <a:pPr marL="342900" lvl="0" indent="-342900" algn="just">
              <a:lnSpc>
                <a:spcPct val="150000"/>
              </a:lnSpc>
              <a:spcBef>
                <a:spcPts val="1200"/>
              </a:spcBef>
              <a:spcAft>
                <a:spcPts val="500"/>
              </a:spcAft>
              <a:buFont typeface="Symbol" panose="05050102010706020507" pitchFamily="18" charset="2"/>
              <a:buChar char=""/>
            </a:pPr>
            <a:r>
              <a:rPr lang="pl-PL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Nazwa domeny.</a:t>
            </a:r>
            <a:endParaRPr lang="pl-PL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Bef>
                <a:spcPts val="1200"/>
              </a:spcBef>
              <a:spcAft>
                <a:spcPts val="500"/>
              </a:spcAft>
              <a:buFont typeface="Symbol" panose="05050102010706020507" pitchFamily="18" charset="2"/>
              <a:buChar char=""/>
            </a:pP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Adres bramy domyślnej, który jest adresem LLA routera.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06908153"/>
      </p:ext>
    </p:extLst>
  </p:cSld>
  <p:clrMapOvr>
    <a:masterClrMapping/>
  </p:clrMapOvr>
  <p:transition spd="slow">
    <p:wip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65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Default Theme">
  <a:themeElements>
    <a:clrScheme name="Neon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6A4D7"/>
        </a:solidFill>
        <a:ln>
          <a:noFill/>
        </a:ln>
        <a:effectLst/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ITE7_Chp1_Example-1" id="{4A20ED44-3835-F149-9AE4-C332C230E09E}" vid="{AFB5BC48-58F8-AD45-912F-AE2AD65EB694}"/>
    </a:ext>
  </a:extLst>
</a:theme>
</file>

<file path=ppt/theme/theme2.xml><?xml version="1.0" encoding="utf-8"?>
<a:theme xmlns:a="http://schemas.openxmlformats.org/drawingml/2006/main" name="Smuga">
  <a:themeElements>
    <a:clrScheme name="Smuga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Smuga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muga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3.xml><?xml version="1.0" encoding="utf-8"?>
<a:theme xmlns:a="http://schemas.openxmlformats.org/drawingml/2006/main" name="2_Smuga">
  <a:themeElements>
    <a:clrScheme name="Smuga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Smuga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muga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12353</TotalTime>
  <Words>677</Words>
  <Application>Microsoft Office PowerPoint</Application>
  <PresentationFormat>Pokaz na ekranie (16:9)</PresentationFormat>
  <Paragraphs>108</Paragraphs>
  <Slides>16</Slides>
  <Notes>16</Notes>
  <HiddenSlides>15</HiddenSlides>
  <MMClips>0</MMClips>
  <ScaleCrop>false</ScaleCrop>
  <HeadingPairs>
    <vt:vector size="6" baseType="variant">
      <vt:variant>
        <vt:lpstr>Używane czcionki</vt:lpstr>
      </vt:variant>
      <vt:variant>
        <vt:i4>7</vt:i4>
      </vt:variant>
      <vt:variant>
        <vt:lpstr>Motyw</vt:lpstr>
      </vt:variant>
      <vt:variant>
        <vt:i4>3</vt:i4>
      </vt:variant>
      <vt:variant>
        <vt:lpstr>Tytuły slajdów</vt:lpstr>
      </vt:variant>
      <vt:variant>
        <vt:i4>16</vt:i4>
      </vt:variant>
    </vt:vector>
  </HeadingPairs>
  <TitlesOfParts>
    <vt:vector size="26" baseType="lpstr">
      <vt:lpstr>Arial</vt:lpstr>
      <vt:lpstr>Calibri</vt:lpstr>
      <vt:lpstr>Century Gothic</vt:lpstr>
      <vt:lpstr>CiscoSans ExtraLight</vt:lpstr>
      <vt:lpstr>Symbol</vt:lpstr>
      <vt:lpstr>Times New Roman</vt:lpstr>
      <vt:lpstr>Wingdings 3</vt:lpstr>
      <vt:lpstr>Default Theme</vt:lpstr>
      <vt:lpstr>Smuga</vt:lpstr>
      <vt:lpstr>2_Smuga</vt:lpstr>
      <vt:lpstr>DYNAMICZNE ADRESOWANIE IPv6</vt:lpstr>
      <vt:lpstr>Nagłówek pakietu IPV6</vt:lpstr>
      <vt:lpstr>Nagłówek pakietu IPV6</vt:lpstr>
      <vt:lpstr>Nagłówek pakietu IPV6</vt:lpstr>
      <vt:lpstr>Protokół NDP</vt:lpstr>
      <vt:lpstr>Router Solicitation</vt:lpstr>
      <vt:lpstr>Router Advertisement </vt:lpstr>
      <vt:lpstr>Neighbor Solicitation </vt:lpstr>
      <vt:lpstr>Neighbor Advertisement </vt:lpstr>
      <vt:lpstr>Nagłówek ICMPV6</vt:lpstr>
      <vt:lpstr>Typy komunikatów ICMPV6</vt:lpstr>
      <vt:lpstr>Metody dynamicznego konfigurowania adresu GUA</vt:lpstr>
      <vt:lpstr>Metoda SLAAC</vt:lpstr>
      <vt:lpstr>Procedura EUI-64</vt:lpstr>
      <vt:lpstr>Metoda SLAAC z bezstanowym DHCPV6</vt:lpstr>
      <vt:lpstr>Metoda ze stanowym DHCPV6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2: Basic Switch and End Device Configuration</dc:title>
  <dc:creator>Stephanie Harvey</dc:creator>
  <cp:lastModifiedBy>Jerzy Kluczewski</cp:lastModifiedBy>
  <cp:revision>400</cp:revision>
  <dcterms:created xsi:type="dcterms:W3CDTF">2019-10-18T06:21:22Z</dcterms:created>
  <dcterms:modified xsi:type="dcterms:W3CDTF">2022-11-21T21:11:48Z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sync_ProviderInitializationData">
    <vt:lpwstr>https://cisco.jiveon.com</vt:lpwstr>
  </property>
  <property fmtid="{D5CDD505-2E9C-101B-9397-08002B2CF9AE}" pid="3" name="Offisync_UpdateToken">
    <vt:lpwstr>1</vt:lpwstr>
  </property>
  <property fmtid="{D5CDD505-2E9C-101B-9397-08002B2CF9AE}" pid="4" name="Offisync_ServerID">
    <vt:lpwstr>07841bbc-cd3c-4a76-827f-75a2226890f4</vt:lpwstr>
  </property>
  <property fmtid="{D5CDD505-2E9C-101B-9397-08002B2CF9AE}" pid="5" name="Offisync_UniqueId">
    <vt:lpwstr>1702406</vt:lpwstr>
  </property>
  <property fmtid="{D5CDD505-2E9C-101B-9397-08002B2CF9AE}" pid="6" name="Jive_VersionGuid">
    <vt:lpwstr>fd96a0b3-f68d-4727-8e4f-2128d37ed30a</vt:lpwstr>
  </property>
  <property fmtid="{D5CDD505-2E9C-101B-9397-08002B2CF9AE}" pid="7" name="Jive_LatestUserAccountName">
    <vt:lpwstr>alljohns</vt:lpwstr>
  </property>
  <property fmtid="{D5CDD505-2E9C-101B-9397-08002B2CF9AE}" pid="8" name="ArticulateGUID">
    <vt:lpwstr>F9A496F7-57D7-4028-9572-D40DFDF3715A</vt:lpwstr>
  </property>
  <property fmtid="{D5CDD505-2E9C-101B-9397-08002B2CF9AE}" pid="9" name="ArticulatePath">
    <vt:lpwstr>ITE7_Chp9_by_jg</vt:lpwstr>
  </property>
</Properties>
</file>