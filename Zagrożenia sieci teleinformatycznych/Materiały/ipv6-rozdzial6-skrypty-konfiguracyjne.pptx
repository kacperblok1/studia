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  <p:sldMasterId id="2147484052" r:id="rId2"/>
    <p:sldMasterId id="2147484088" r:id="rId3"/>
  </p:sldMasterIdLst>
  <p:notesMasterIdLst>
    <p:notesMasterId r:id="rId15"/>
  </p:notesMasterIdLst>
  <p:sldIdLst>
    <p:sldId id="513" r:id="rId4"/>
    <p:sldId id="889" r:id="rId5"/>
    <p:sldId id="881" r:id="rId6"/>
    <p:sldId id="882" r:id="rId7"/>
    <p:sldId id="884" r:id="rId8"/>
    <p:sldId id="885" r:id="rId9"/>
    <p:sldId id="886" r:id="rId10"/>
    <p:sldId id="887" r:id="rId11"/>
    <p:sldId id="888" r:id="rId12"/>
    <p:sldId id="883" r:id="rId13"/>
    <p:sldId id="890" r:id="rId14"/>
  </p:sldIdLst>
  <p:sldSz cx="9144000" cy="5143500" type="screen16x9"/>
  <p:notesSz cx="6858000" cy="9144000"/>
  <p:custDataLst>
    <p:tags r:id="rId16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7E9EB"/>
    <a:srgbClr val="592A8A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38" autoAdjust="0"/>
    <p:restoredTop sz="84371" autoAdjust="0"/>
  </p:normalViewPr>
  <p:slideViewPr>
    <p:cSldViewPr snapToGrid="0" showGuides="1">
      <p:cViewPr varScale="1">
        <p:scale>
          <a:sx n="76" d="100"/>
          <a:sy n="76" d="100"/>
        </p:scale>
        <p:origin x="114" y="696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2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2294113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3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626482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4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555383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5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958293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6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863306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7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1721329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8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582030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9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2933348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10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4220197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11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371408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/>
              <a:t>Materiały pomocnicze dla nauczyciela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pl-PL" dirty="0"/>
              <a:t>Materiały </a:t>
            </a:r>
            <a:r>
              <a:rPr lang="pl-PL" dirty="0" err="1"/>
              <a:t>pomo</a:t>
            </a:r>
            <a:endParaRPr lang="en-US" dirty="0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tx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Obraz 3" descr="Obraz zawierający tekst, clipart&#10;&#10;Opis wygenerowany automatycznie">
            <a:extLst>
              <a:ext uri="{FF2B5EF4-FFF2-40B4-BE49-F238E27FC236}">
                <a16:creationId xmlns:a16="http://schemas.microsoft.com/office/drawing/2014/main" id="{C0372AD6-69D1-423C-9C52-069BAA95B6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501" y="214186"/>
            <a:ext cx="2285271" cy="50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725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Obraz 3" descr="Obraz zawierający tekst, clipart&#10;&#10;Opis wygenerowany automatycznie">
            <a:extLst>
              <a:ext uri="{FF2B5EF4-FFF2-40B4-BE49-F238E27FC236}">
                <a16:creationId xmlns:a16="http://schemas.microsoft.com/office/drawing/2014/main" id="{3263D56B-0888-430C-B990-3146506F0C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1" y="75185"/>
            <a:ext cx="1444499" cy="31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6866311" y="4770153"/>
            <a:ext cx="16365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2022 Wydawnictwo informatyczne ITSTART</a:t>
            </a:r>
          </a:p>
        </p:txBody>
      </p:sp>
      <p:pic>
        <p:nvPicPr>
          <p:cNvPr id="3" name="Obraz 2" descr="Obraz zawierający tekst, clipart&#10;&#10;Opis wygenerowany automatycznie">
            <a:extLst>
              <a:ext uri="{FF2B5EF4-FFF2-40B4-BE49-F238E27FC236}">
                <a16:creationId xmlns:a16="http://schemas.microsoft.com/office/drawing/2014/main" id="{15C82B64-3913-47C0-8D1B-D06D2F2DDC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63" y="4752678"/>
            <a:ext cx="691897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pl-PL" dirty="0">
                <a:sym typeface="Arial" pitchFamily="34" charset="0"/>
              </a:rPr>
              <a:t>Tytuł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Wydawnictwo informatyczne ITSTART. Piekary Śląskie.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320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556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54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015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68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652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3729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0860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3910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7668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14134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9436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72861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0732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7287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9958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Obraz 3" descr="Obraz zawierający tekst, clipart&#10;&#10;Opis wygenerowany automatycznie">
            <a:extLst>
              <a:ext uri="{FF2B5EF4-FFF2-40B4-BE49-F238E27FC236}">
                <a16:creationId xmlns:a16="http://schemas.microsoft.com/office/drawing/2014/main" id="{3263D56B-0888-430C-B990-3146506F0C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1" y="75185"/>
            <a:ext cx="1444499" cy="31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37017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>
          <p15:clr>
            <a:srgbClr val="FBAE40"/>
          </p15:clr>
        </p15:guide>
        <p15:guide id="2" pos="360">
          <p15:clr>
            <a:srgbClr val="FBAE40"/>
          </p15:clr>
        </p15:guide>
        <p15:guide id="3" orient="horz" pos="518">
          <p15:clr>
            <a:srgbClr val="FBAE40"/>
          </p15:clr>
        </p15:guide>
        <p15:guide id="4" pos="812">
          <p15:clr>
            <a:srgbClr val="FBAE40"/>
          </p15:clr>
        </p15:guide>
        <p15:guide id="5" pos="31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pl-PL" dirty="0">
                <a:sym typeface="Arial" pitchFamily="34" charset="0"/>
              </a:rPr>
              <a:t>Tytuł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072825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497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2919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876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8842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6390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5662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0579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5247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03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1453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88386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6288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24452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9710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6888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504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1"/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</a:t>
            </a:r>
            <a:r>
              <a:rPr lang="pl-PL" altLang="en-US" dirty="0"/>
              <a:t>y</a:t>
            </a:r>
            <a:r>
              <a:rPr lang="en-GB" altLang="en-US" dirty="0"/>
              <a:t>t</a:t>
            </a:r>
            <a:r>
              <a:rPr lang="pl-PL" altLang="en-US" dirty="0" err="1"/>
              <a:t>uł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6312365" y="4760160"/>
            <a:ext cx="2203342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600" dirty="0">
                <a:solidFill>
                  <a:srgbClr val="000000"/>
                </a:solidFill>
                <a:latin typeface="+mn-lt"/>
                <a:ea typeface="+mn-ea"/>
                <a:cs typeface="CiscoSans Thin"/>
              </a:rPr>
              <a:t>Wydawnictwo informatyczne ITSTART. Piekary Śląskie 2022</a:t>
            </a:r>
          </a:p>
        </p:txBody>
      </p:sp>
      <p:pic>
        <p:nvPicPr>
          <p:cNvPr id="3" name="Obraz 2" descr="Obraz zawierający tekst, clipart&#10;&#10;Opis wygenerowany automatycznie">
            <a:extLst>
              <a:ext uri="{FF2B5EF4-FFF2-40B4-BE49-F238E27FC236}">
                <a16:creationId xmlns:a16="http://schemas.microsoft.com/office/drawing/2014/main" id="{E5B5301B-6235-4A25-A36C-8EA275ACAD1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20801" y="4802187"/>
            <a:ext cx="691897" cy="152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29" r:id="rId10"/>
    <p:sldLayoutId id="2147484031" r:id="rId11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1"/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36" name="Obraz 35" descr="Obraz zawierający tekst, clipart&#10;&#10;Opis wygenerowany automatycznie">
            <a:extLst>
              <a:ext uri="{FF2B5EF4-FFF2-40B4-BE49-F238E27FC236}">
                <a16:creationId xmlns:a16="http://schemas.microsoft.com/office/drawing/2014/main" id="{AAC7B974-11C0-4587-86D9-0AE7E9B22CD8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20801" y="4802187"/>
            <a:ext cx="691897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69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  <p:sldLayoutId id="2147484065" r:id="rId13"/>
    <p:sldLayoutId id="2147484066" r:id="rId14"/>
    <p:sldLayoutId id="2147484067" r:id="rId15"/>
    <p:sldLayoutId id="2147484068" r:id="rId16"/>
    <p:sldLayoutId id="2147484069" r:id="rId17"/>
    <p:sldLayoutId id="2147484070" r:id="rId18"/>
  </p:sldLayoutIdLst>
  <p:transition spd="slow">
    <p:wipe/>
  </p:transition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1"/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36" name="Obraz 35" descr="Obraz zawierający tekst, clipart&#10;&#10;Opis wygenerowany automatycznie">
            <a:extLst>
              <a:ext uri="{FF2B5EF4-FFF2-40B4-BE49-F238E27FC236}">
                <a16:creationId xmlns:a16="http://schemas.microsoft.com/office/drawing/2014/main" id="{B2296D36-0F82-45C9-A20F-0B5EA813DF71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20801" y="4802187"/>
            <a:ext cx="691897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9" r:id="rId1"/>
    <p:sldLayoutId id="2147484090" r:id="rId2"/>
    <p:sldLayoutId id="2147484091" r:id="rId3"/>
    <p:sldLayoutId id="2147484092" r:id="rId4"/>
    <p:sldLayoutId id="2147484093" r:id="rId5"/>
    <p:sldLayoutId id="2147484094" r:id="rId6"/>
    <p:sldLayoutId id="2147484095" r:id="rId7"/>
    <p:sldLayoutId id="2147484096" r:id="rId8"/>
    <p:sldLayoutId id="2147484097" r:id="rId9"/>
    <p:sldLayoutId id="2147484098" r:id="rId10"/>
    <p:sldLayoutId id="2147484099" r:id="rId11"/>
    <p:sldLayoutId id="2147484100" r:id="rId12"/>
    <p:sldLayoutId id="2147484101" r:id="rId13"/>
    <p:sldLayoutId id="2147484102" r:id="rId14"/>
    <p:sldLayoutId id="2147484103" r:id="rId15"/>
    <p:sldLayoutId id="2147484104" r:id="rId16"/>
  </p:sldLayoutIdLst>
  <p:transition spd="slow">
    <p:wipe/>
  </p:transition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9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0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 anchor="b">
            <a:normAutofit fontScale="85000" lnSpcReduction="20000"/>
          </a:bodyPr>
          <a:lstStyle/>
          <a:p>
            <a:pPr rtl="0"/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Laboratorium IPV6 – materiał pomocniczy</a:t>
            </a:r>
            <a:endParaRPr lang="pl-PL" sz="1800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280CE95-EC57-C26B-CEE6-1295A117D5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pl-PL" dirty="0"/>
              <a:t>Wydawnictwo informatyczne ITSTART.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329CD50-6EE0-2D6D-39C2-5E1BF9E5A1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pl-PL" dirty="0"/>
              <a:t>2022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rtl="0"/>
            <a:r>
              <a:rPr lang="pl-PL" sz="1400" dirty="0"/>
              <a:t>Materiały pomocnicze dla nauczyciela</a:t>
            </a:r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25765" y="1843914"/>
            <a:ext cx="8604880" cy="1101566"/>
          </a:xfrm>
        </p:spPr>
        <p:txBody>
          <a:bodyPr wrap="square" anchor="b">
            <a:normAutofit/>
          </a:bodyPr>
          <a:lstStyle/>
          <a:p>
            <a:pPr rtl="0"/>
            <a:r>
              <a:rPr lang="pl-PL" dirty="0"/>
              <a:t>WYKORZYSTANIE SKRYPTÓW KONFIGURACYJNYCH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Zalety i wady przygotowywania skryptów konfiguracyjnych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080386" y="836731"/>
            <a:ext cx="6632864" cy="3984651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Zaleta: 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 wiele szybsza konfiguracja wynikowa topologii w porównaniu z ręcznym wprowadzaniem komend w CLI, szczególnie w przypadku bardziej złożonych topologii.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Zaleta: 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Prostota wykonania, wykorzystywanie metody „kopiuj i wklej” oraz Notatnika.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Wada: 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Autor skryptu musi dobrze znać tryby pracy w IOS oraz poziomy konfiguracyjne IOS.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Wada: 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Autor skryptu musi bardzo dobrze znać komendy IOS oraz wpisywać je bez błędów.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62864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Stan początkowy topologii</a:t>
            </a:r>
          </a:p>
        </p:txBody>
      </p:sp>
      <p:pic>
        <p:nvPicPr>
          <p:cNvPr id="4" name="Obraz 3" descr="Obraz zawierający tekst, wewnątrz&#10;&#10;Opis wygenerowany automatycznie">
            <a:extLst>
              <a:ext uri="{FF2B5EF4-FFF2-40B4-BE49-F238E27FC236}">
                <a16:creationId xmlns:a16="http://schemas.microsoft.com/office/drawing/2014/main" id="{805528AB-5BC1-40DC-AE70-1D15D4479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7116" y="757551"/>
            <a:ext cx="6300768" cy="36859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729767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Przygotowanie skryptów konfiguracyjnych</a:t>
            </a:r>
          </a:p>
        </p:txBody>
      </p:sp>
      <p:pic>
        <p:nvPicPr>
          <p:cNvPr id="4" name="Obraz 3" descr="Obraz zawierający tekst&#10;&#10;Opis wygenerowany automatycznie">
            <a:extLst>
              <a:ext uri="{FF2B5EF4-FFF2-40B4-BE49-F238E27FC236}">
                <a16:creationId xmlns:a16="http://schemas.microsoft.com/office/drawing/2014/main" id="{91EC8372-107C-4516-9F26-2AF6F0613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4290" y="757551"/>
            <a:ext cx="3549674" cy="4045617"/>
          </a:xfrm>
          <a:prstGeom prst="rect">
            <a:avLst/>
          </a:prstGeom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356CE0D8-531F-4D79-AE00-0BAD14438950}"/>
              </a:ext>
            </a:extLst>
          </p:cNvPr>
          <p:cNvSpPr txBox="1"/>
          <p:nvPr/>
        </p:nvSpPr>
        <p:spPr>
          <a:xfrm>
            <a:off x="2108410" y="212352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USTKA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4018151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Przygotowanie skryptów konfiguracyjnych</a:t>
            </a:r>
          </a:p>
        </p:txBody>
      </p:sp>
      <p:pic>
        <p:nvPicPr>
          <p:cNvPr id="5" name="Obraz 4" descr="Obraz zawierający tekst&#10;&#10;Opis wygenerowany automatycznie">
            <a:extLst>
              <a:ext uri="{FF2B5EF4-FFF2-40B4-BE49-F238E27FC236}">
                <a16:creationId xmlns:a16="http://schemas.microsoft.com/office/drawing/2014/main" id="{1F49A024-431E-44EE-969C-1FE039068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4428" y="634789"/>
            <a:ext cx="2650841" cy="4331881"/>
          </a:xfrm>
          <a:prstGeom prst="rect">
            <a:avLst/>
          </a:prstGeom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C0BCDA44-A675-4D48-AA82-F71C4D5DE4E0}"/>
              </a:ext>
            </a:extLst>
          </p:cNvPr>
          <p:cNvSpPr txBox="1"/>
          <p:nvPr/>
        </p:nvSpPr>
        <p:spPr>
          <a:xfrm>
            <a:off x="2660073" y="2327564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KOŁOBRZEG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138816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Przygotowanie skryptów konfiguracyjnych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C0BCDA44-A675-4D48-AA82-F71C4D5DE4E0}"/>
              </a:ext>
            </a:extLst>
          </p:cNvPr>
          <p:cNvSpPr txBox="1"/>
          <p:nvPr/>
        </p:nvSpPr>
        <p:spPr>
          <a:xfrm>
            <a:off x="2660073" y="2327564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KOSZALIN</a:t>
            </a:r>
          </a:p>
        </p:txBody>
      </p:sp>
      <p:pic>
        <p:nvPicPr>
          <p:cNvPr id="6" name="Obraz 5" descr="Obraz zawierający tekst&#10;&#10;Opis wygenerowany automatycznie">
            <a:extLst>
              <a:ext uri="{FF2B5EF4-FFF2-40B4-BE49-F238E27FC236}">
                <a16:creationId xmlns:a16="http://schemas.microsoft.com/office/drawing/2014/main" id="{386B5E2C-9136-4C1C-AA03-BAC09D340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4608" y="604562"/>
            <a:ext cx="3102635" cy="43648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7715227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Przygotowanie skryptów konfiguracyjnych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C0BCDA44-A675-4D48-AA82-F71C4D5DE4E0}"/>
              </a:ext>
            </a:extLst>
          </p:cNvPr>
          <p:cNvSpPr txBox="1"/>
          <p:nvPr/>
        </p:nvSpPr>
        <p:spPr>
          <a:xfrm>
            <a:off x="2660073" y="232756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SZCZECIN</a:t>
            </a:r>
          </a:p>
        </p:txBody>
      </p:sp>
      <p:pic>
        <p:nvPicPr>
          <p:cNvPr id="5" name="Obraz 4" descr="Obraz zawierający tekst&#10;&#10;Opis wygenerowany automatycznie">
            <a:extLst>
              <a:ext uri="{FF2B5EF4-FFF2-40B4-BE49-F238E27FC236}">
                <a16:creationId xmlns:a16="http://schemas.microsoft.com/office/drawing/2014/main" id="{2F64337A-E177-4F31-95D0-16BDCB548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101" y="559219"/>
            <a:ext cx="3493918" cy="44122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4718119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Przygotowanie skryptów konfiguracyjnych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C0BCDA44-A675-4D48-AA82-F71C4D5DE4E0}"/>
              </a:ext>
            </a:extLst>
          </p:cNvPr>
          <p:cNvSpPr txBox="1"/>
          <p:nvPr/>
        </p:nvSpPr>
        <p:spPr>
          <a:xfrm>
            <a:off x="2660073" y="2327564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CZAPLINEK</a:t>
            </a:r>
          </a:p>
        </p:txBody>
      </p:sp>
      <p:pic>
        <p:nvPicPr>
          <p:cNvPr id="6" name="Obraz 5" descr="Obraz zawierający tekst&#10;&#10;Opis wygenerowany automatycznie">
            <a:extLst>
              <a:ext uri="{FF2B5EF4-FFF2-40B4-BE49-F238E27FC236}">
                <a16:creationId xmlns:a16="http://schemas.microsoft.com/office/drawing/2014/main" id="{A587FA2B-541E-468F-9EAE-E95870F2E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912" y="554031"/>
            <a:ext cx="4207134" cy="443992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3618723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Przygotowanie skryptów konfiguracyjnych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C0BCDA44-A675-4D48-AA82-F71C4D5DE4E0}"/>
              </a:ext>
            </a:extLst>
          </p:cNvPr>
          <p:cNvSpPr txBox="1"/>
          <p:nvPr/>
        </p:nvSpPr>
        <p:spPr>
          <a:xfrm>
            <a:off x="2660073" y="2327564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SZCZECINEK</a:t>
            </a:r>
          </a:p>
        </p:txBody>
      </p:sp>
      <p:pic>
        <p:nvPicPr>
          <p:cNvPr id="5" name="Obraz 4" descr="Obraz zawierający tekst&#10;&#10;Opis wygenerowany automatycznie">
            <a:extLst>
              <a:ext uri="{FF2B5EF4-FFF2-40B4-BE49-F238E27FC236}">
                <a16:creationId xmlns:a16="http://schemas.microsoft.com/office/drawing/2014/main" id="{FC3AFB0D-7E5E-4DE0-8616-B6B4F9367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324" y="757551"/>
            <a:ext cx="4059651" cy="40837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85232112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Wykonywanie skryptu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576538" y="549564"/>
            <a:ext cx="8263051" cy="3410317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Wariant 1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Metodą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kopiuj i wklej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 oknie routera i zakładce „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CLI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 za pomocą przycisku „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Paste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”.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None/>
            </a:pP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None/>
            </a:pPr>
            <a:endParaRPr lang="pl-PL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Wariant 2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Metodą wyboru przycisku „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Load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 w oknie routera i zakładce „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Config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 za pomocą przycisku „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Paste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”.</a:t>
            </a:r>
          </a:p>
        </p:txBody>
      </p:sp>
      <p:pic>
        <p:nvPicPr>
          <p:cNvPr id="4" name="Obraz 3" descr="Obraz zawierający strzałka&#10;&#10;Opis wygenerowany automatycznie">
            <a:extLst>
              <a:ext uri="{FF2B5EF4-FFF2-40B4-BE49-F238E27FC236}">
                <a16:creationId xmlns:a16="http://schemas.microsoft.com/office/drawing/2014/main" id="{521749DB-9DC2-4E4F-9C91-1E86A033F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3892" y="1665387"/>
            <a:ext cx="6406374" cy="1432993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78FF9A49-5AF5-4895-9A8B-05ADD1C6D8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8880" y="3496945"/>
            <a:ext cx="4590415" cy="16465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5204540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Stan końcowy topologii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99679713-5F0A-435A-B330-429047C8C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352" y="714570"/>
            <a:ext cx="7154375" cy="418138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1057735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Neon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Smuga">
  <a:themeElements>
    <a:clrScheme name="Smuga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Smug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uga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2_Smuga">
  <a:themeElements>
    <a:clrScheme name="Smuga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Smug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uga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12413</TotalTime>
  <Words>236</Words>
  <Application>Microsoft Office PowerPoint</Application>
  <PresentationFormat>Pokaz na ekranie (16:9)</PresentationFormat>
  <Paragraphs>63</Paragraphs>
  <Slides>11</Slides>
  <Notes>11</Notes>
  <HiddenSlides>10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3</vt:i4>
      </vt:variant>
      <vt:variant>
        <vt:lpstr>Tytuły slajdów</vt:lpstr>
      </vt:variant>
      <vt:variant>
        <vt:i4>11</vt:i4>
      </vt:variant>
    </vt:vector>
  </HeadingPairs>
  <TitlesOfParts>
    <vt:vector size="20" baseType="lpstr">
      <vt:lpstr>Arial</vt:lpstr>
      <vt:lpstr>Calibri</vt:lpstr>
      <vt:lpstr>Century Gothic</vt:lpstr>
      <vt:lpstr>CiscoSans ExtraLight</vt:lpstr>
      <vt:lpstr>Times New Roman</vt:lpstr>
      <vt:lpstr>Wingdings 3</vt:lpstr>
      <vt:lpstr>Default Theme</vt:lpstr>
      <vt:lpstr>Smuga</vt:lpstr>
      <vt:lpstr>2_Smuga</vt:lpstr>
      <vt:lpstr>WYKORZYSTANIE SKRYPTÓW KONFIGURACYJNYCH</vt:lpstr>
      <vt:lpstr>Zalety i wady przygotowywania skryptów konfiguracyjnych</vt:lpstr>
      <vt:lpstr>Stan początkowy topologii</vt:lpstr>
      <vt:lpstr>Przygotowanie skryptów konfiguracyjnych</vt:lpstr>
      <vt:lpstr>Przygotowanie skryptów konfiguracyjnych</vt:lpstr>
      <vt:lpstr>Przygotowanie skryptów konfiguracyjnych</vt:lpstr>
      <vt:lpstr>Przygotowanie skryptów konfiguracyjnych</vt:lpstr>
      <vt:lpstr>Przygotowanie skryptów konfiguracyjnych</vt:lpstr>
      <vt:lpstr>Przygotowanie skryptów konfiguracyjnych</vt:lpstr>
      <vt:lpstr>Wykonywanie skryptu</vt:lpstr>
      <vt:lpstr>Stan końcowy topologii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Jerzy Kluczewski</cp:lastModifiedBy>
  <cp:revision>404</cp:revision>
  <dcterms:created xsi:type="dcterms:W3CDTF">2019-10-18T06:21:22Z</dcterms:created>
  <dcterms:modified xsi:type="dcterms:W3CDTF">2022-11-21T21:15:41Z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