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2.xml" ContentType="application/vnd.openxmlformats-officedocument.theme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tags/tag3.xml" ContentType="application/vnd.openxmlformats-officedocument.presentationml.tags+xml"/>
  <Override PartName="/ppt/notesSlides/notesSlide2.xml" ContentType="application/vnd.openxmlformats-officedocument.presentationml.notesSlide+xml"/>
  <Override PartName="/ppt/tags/tag4.xml" ContentType="application/vnd.openxmlformats-officedocument.presentationml.tags+xml"/>
  <Override PartName="/ppt/notesSlides/notesSlide3.xml" ContentType="application/vnd.openxmlformats-officedocument.presentationml.notesSlide+xml"/>
  <Override PartName="/ppt/tags/tag5.xml" ContentType="application/vnd.openxmlformats-officedocument.presentationml.tags+xml"/>
  <Override PartName="/ppt/notesSlides/notesSlide4.xml" ContentType="application/vnd.openxmlformats-officedocument.presentationml.notesSlide+xml"/>
  <Override PartName="/ppt/tags/tag6.xml" ContentType="application/vnd.openxmlformats-officedocument.presentationml.tags+xml"/>
  <Override PartName="/ppt/notesSlides/notesSlide5.xml" ContentType="application/vnd.openxmlformats-officedocument.presentationml.notesSlide+xml"/>
  <Override PartName="/ppt/tags/tag7.xml" ContentType="application/vnd.openxmlformats-officedocument.presentationml.tags+xml"/>
  <Override PartName="/ppt/notesSlides/notesSlide6.xml" ContentType="application/vnd.openxmlformats-officedocument.presentationml.notesSlide+xml"/>
  <Override PartName="/ppt/tags/tag8.xml" ContentType="application/vnd.openxmlformats-officedocument.presentationml.tags+xml"/>
  <Override PartName="/ppt/notesSlides/notesSlide7.xml" ContentType="application/vnd.openxmlformats-officedocument.presentationml.notesSlide+xml"/>
  <Override PartName="/ppt/tags/tag9.xml" ContentType="application/vnd.openxmlformats-officedocument.presentationml.tags+xml"/>
  <Override PartName="/ppt/notesSlides/notesSlide8.xml" ContentType="application/vnd.openxmlformats-officedocument.presentationml.notesSlide+xml"/>
  <Override PartName="/ppt/tags/tag10.xml" ContentType="application/vnd.openxmlformats-officedocument.presentationml.tags+xml"/>
  <Override PartName="/ppt/notesSlides/notesSlide9.xml" ContentType="application/vnd.openxmlformats-officedocument.presentationml.notesSlide+xml"/>
  <Override PartName="/ppt/tags/tag11.xml" ContentType="application/vnd.openxmlformats-officedocument.presentationml.tags+xml"/>
  <Override PartName="/ppt/notesSlides/notesSlide10.xml" ContentType="application/vnd.openxmlformats-officedocument.presentationml.notesSlide+xml"/>
  <Override PartName="/ppt/tags/tag12.xml" ContentType="application/vnd.openxmlformats-officedocument.presentationml.tags+xml"/>
  <Override PartName="/ppt/notesSlides/notesSlide11.xml" ContentType="application/vnd.openxmlformats-officedocument.presentationml.notesSlide+xml"/>
  <Override PartName="/ppt/tags/tag13.xml" ContentType="application/vnd.openxmlformats-officedocument.presentationml.tags+xml"/>
  <Override PartName="/ppt/notesSlides/notesSlide12.xml" ContentType="application/vnd.openxmlformats-officedocument.presentationml.notesSlide+xml"/>
  <Override PartName="/ppt/tags/tag14.xml" ContentType="application/vnd.openxmlformats-officedocument.presentationml.tags+xml"/>
  <Override PartName="/ppt/notesSlides/notesSlide13.xml" ContentType="application/vnd.openxmlformats-officedocument.presentationml.notesSlide+xml"/>
  <Override PartName="/ppt/tags/tag15.xml" ContentType="application/vnd.openxmlformats-officedocument.presentationml.tags+xml"/>
  <Override PartName="/ppt/notesSlides/notesSlide14.xml" ContentType="application/vnd.openxmlformats-officedocument.presentationml.notesSlide+xml"/>
  <Override PartName="/ppt/tags/tag16.xml" ContentType="application/vnd.openxmlformats-officedocument.presentationml.tags+xml"/>
  <Override PartName="/ppt/notesSlides/notesSlide15.xml" ContentType="application/vnd.openxmlformats-officedocument.presentationml.notesSlide+xml"/>
  <Override PartName="/ppt/tags/tag17.xml" ContentType="application/vnd.openxmlformats-officedocument.presentationml.tags+xml"/>
  <Override PartName="/ppt/notesSlides/notesSlide16.xml" ContentType="application/vnd.openxmlformats-officedocument.presentationml.notesSlide+xml"/>
  <Override PartName="/ppt/tags/tag18.xml" ContentType="application/vnd.openxmlformats-officedocument.presentationml.tags+xml"/>
  <Override PartName="/ppt/notesSlides/notesSlide17.xml" ContentType="application/vnd.openxmlformats-officedocument.presentationml.notesSlide+xml"/>
  <Override PartName="/ppt/tags/tag19.xml" ContentType="application/vnd.openxmlformats-officedocument.presentationml.tags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00" r:id="rId1"/>
    <p:sldMasterId id="2147484052" r:id="rId2"/>
    <p:sldMasterId id="2147484088" r:id="rId3"/>
  </p:sldMasterIdLst>
  <p:notesMasterIdLst>
    <p:notesMasterId r:id="rId22"/>
  </p:notesMasterIdLst>
  <p:sldIdLst>
    <p:sldId id="513" r:id="rId4"/>
    <p:sldId id="889" r:id="rId5"/>
    <p:sldId id="890" r:id="rId6"/>
    <p:sldId id="891" r:id="rId7"/>
    <p:sldId id="892" r:id="rId8"/>
    <p:sldId id="893" r:id="rId9"/>
    <p:sldId id="894" r:id="rId10"/>
    <p:sldId id="895" r:id="rId11"/>
    <p:sldId id="896" r:id="rId12"/>
    <p:sldId id="897" r:id="rId13"/>
    <p:sldId id="899" r:id="rId14"/>
    <p:sldId id="898" r:id="rId15"/>
    <p:sldId id="900" r:id="rId16"/>
    <p:sldId id="901" r:id="rId17"/>
    <p:sldId id="902" r:id="rId18"/>
    <p:sldId id="903" r:id="rId19"/>
    <p:sldId id="904" r:id="rId20"/>
    <p:sldId id="905" r:id="rId21"/>
  </p:sldIdLst>
  <p:sldSz cx="9144000" cy="5143500" type="screen16x9"/>
  <p:notesSz cx="6858000" cy="9144000"/>
  <p:custDataLst>
    <p:tags r:id="rId23"/>
  </p:custDataLst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336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Barbara Reif" initials="BR" lastIdx="3" clrIdx="0"/>
  <p:cmAuthor id="1" name="Jane Gibbons -X (jagibbon - DEL ORO CONSULTING INC at Cisco)" initials="JG-(-DOCIaC" lastIdx="28" clrIdx="1">
    <p:extLst>
      <p:ext uri="{19B8F6BF-5375-455C-9EA6-DF929625EA0E}">
        <p15:presenceInfo xmlns:p15="http://schemas.microsoft.com/office/powerpoint/2012/main" userId="S-1-5-21-1708537768-1303643608-725345543-200204" providerId="AD"/>
      </p:ext>
    </p:extLst>
  </p:cmAuthor>
  <p:cmAuthor id="2" name="Bob Vachon" initials="BV" lastIdx="24" clrIdx="2">
    <p:extLst>
      <p:ext uri="{19B8F6BF-5375-455C-9EA6-DF929625EA0E}">
        <p15:presenceInfo xmlns:p15="http://schemas.microsoft.com/office/powerpoint/2012/main" userId="c7abe87968a0b633" providerId="Windows Live"/>
      </p:ext>
    </p:extLst>
  </p:cmAuthor>
  <p:cmAuthor id="3" name="Sue Livingston -X (suliving - UNICON INC at Cisco)" initials="SL-(-UIaC" lastIdx="29" clrIdx="3">
    <p:extLst>
      <p:ext uri="{19B8F6BF-5375-455C-9EA6-DF929625EA0E}">
        <p15:presenceInfo xmlns:p15="http://schemas.microsoft.com/office/powerpoint/2012/main" userId="S::suliving@cisco.com::dc701d48-dd51-411a-9041-b7f1328f1486" providerId="AD"/>
      </p:ext>
    </p:extLst>
  </p:cmAuthor>
  <p:cmAuthor id="4" name="jagibbon" initials="jmg" lastIdx="8" clrIdx="4">
    <p:extLst>
      <p:ext uri="{19B8F6BF-5375-455C-9EA6-DF929625EA0E}">
        <p15:presenceInfo xmlns:p15="http://schemas.microsoft.com/office/powerpoint/2012/main" userId="jagibbon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E7E9EB"/>
    <a:srgbClr val="592A8A"/>
    <a:srgbClr val="0000CC"/>
    <a:srgbClr val="000099"/>
    <a:srgbClr val="CC99FF"/>
    <a:srgbClr val="CC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138" autoAdjust="0"/>
    <p:restoredTop sz="84371" autoAdjust="0"/>
  </p:normalViewPr>
  <p:slideViewPr>
    <p:cSldViewPr snapToGrid="0" showGuides="1">
      <p:cViewPr varScale="1">
        <p:scale>
          <a:sx n="76" d="100"/>
          <a:sy n="76" d="100"/>
        </p:scale>
        <p:origin x="114" y="696"/>
      </p:cViewPr>
      <p:guideLst>
        <p:guide orient="horz" pos="1620"/>
        <p:guide pos="336"/>
      </p:guideLst>
    </p:cSldViewPr>
  </p:slideViewPr>
  <p:outlineViewPr>
    <p:cViewPr>
      <p:scale>
        <a:sx n="33" d="100"/>
        <a:sy n="33" d="100"/>
      </p:scale>
      <p:origin x="0" y="-226704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11" d="100"/>
        <a:sy n="111" d="100"/>
      </p:scale>
      <p:origin x="0" y="-512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8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commentAuthors" Target="commentAuthor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tags" Target="tags/tag1.xml"/><Relationship Id="rId28" Type="http://schemas.openxmlformats.org/officeDocument/2006/relationships/tableStyles" Target="tableStyles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notesMaster" Target="notesMasters/notesMaster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36337D9-3022-3D41-8D8A-BDF2F3B0DD8E}" type="datetimeFigureOut">
              <a:rPr lang="en-US" smtClean="0"/>
              <a:t>11/21/2022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641018C-6CAF-B84E-B92C-ECB119457FB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75648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pl-PL" dirty="0"/>
              <a:t>Podstawy IPV6</a:t>
            </a:r>
          </a:p>
          <a:p>
            <a:pPr rtl="0"/>
            <a:r>
              <a:rPr lang="pl-PL" dirty="0"/>
              <a:t>Materiały dla nauczyciela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  <a:t>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2554210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11"/>
          <p:cNvSpPr txBox="1">
            <a:spLocks noGrp="1" noChangeArrowheads="1"/>
          </p:cNvSpPr>
          <p:nvPr/>
        </p:nvSpPr>
        <p:spPr bwMode="auto">
          <a:xfrm>
            <a:off x="5929313" y="8680450"/>
            <a:ext cx="812800" cy="287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817" tIns="0" rIns="18817" bIns="0" anchor="b"/>
          <a:lstStyle>
            <a:lvl1pPr defTabSz="901700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defTabSz="901700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defTabSz="901700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defTabSz="901700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defTabSz="901700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9017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9017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9017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9017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r" rtl="0"/>
            <a:fld id="{ACE20BE7-F2F3-4E26-9454-50B18F790A4E}" type="slidenum">
              <a:rPr sz="800" b="0">
                <a:ea typeface="ＭＳ Ｐゴシック" pitchFamily="34" charset="-128"/>
              </a:rPr>
              <a:pPr algn="r" rtl="0"/>
              <a:t>2</a:t>
            </a:fld>
            <a:endParaRPr sz="800" b="0">
              <a:ea typeface="ＭＳ Ｐゴシック" pitchFamily="34" charset="-128"/>
            </a:endParaRPr>
          </a:p>
        </p:txBody>
      </p:sp>
      <p:sp>
        <p:nvSpPr>
          <p:cNvPr id="215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5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rtl="0"/>
            <a:r>
              <a:rPr lang="pl-PL" dirty="0"/>
              <a:t>Podstawy IPV6</a:t>
            </a:r>
          </a:p>
          <a:p>
            <a:pPr rtl="0"/>
            <a:r>
              <a:rPr lang="pl-PL" dirty="0"/>
              <a:t>Materiały dla nauczyciela</a:t>
            </a:r>
          </a:p>
        </p:txBody>
      </p:sp>
    </p:spTree>
    <p:extLst>
      <p:ext uri="{BB962C8B-B14F-4D97-AF65-F5344CB8AC3E}">
        <p14:creationId xmlns:p14="http://schemas.microsoft.com/office/powerpoint/2010/main" val="229411337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11"/>
          <p:cNvSpPr txBox="1">
            <a:spLocks noGrp="1" noChangeArrowheads="1"/>
          </p:cNvSpPr>
          <p:nvPr/>
        </p:nvSpPr>
        <p:spPr bwMode="auto">
          <a:xfrm>
            <a:off x="5929313" y="8680450"/>
            <a:ext cx="812800" cy="287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817" tIns="0" rIns="18817" bIns="0" anchor="b"/>
          <a:lstStyle>
            <a:lvl1pPr defTabSz="901700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defTabSz="901700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defTabSz="901700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defTabSz="901700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defTabSz="901700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9017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9017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9017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9017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r" rtl="0"/>
            <a:fld id="{ACE20BE7-F2F3-4E26-9454-50B18F790A4E}" type="slidenum">
              <a:rPr sz="800" b="0">
                <a:ea typeface="ＭＳ Ｐゴシック" pitchFamily="34" charset="-128"/>
              </a:rPr>
              <a:pPr algn="r" rtl="0"/>
              <a:t>3</a:t>
            </a:fld>
            <a:endParaRPr sz="800" b="0">
              <a:ea typeface="ＭＳ Ｐゴシック" pitchFamily="34" charset="-128"/>
            </a:endParaRPr>
          </a:p>
        </p:txBody>
      </p:sp>
      <p:sp>
        <p:nvSpPr>
          <p:cNvPr id="215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5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rtl="0"/>
            <a:r>
              <a:rPr lang="pl-PL" dirty="0"/>
              <a:t>Podstawy IPV6</a:t>
            </a:r>
          </a:p>
          <a:p>
            <a:pPr rtl="0"/>
            <a:r>
              <a:rPr lang="pl-PL" dirty="0"/>
              <a:t>Materiały dla nauczyciela</a:t>
            </a:r>
          </a:p>
        </p:txBody>
      </p:sp>
    </p:spTree>
    <p:extLst>
      <p:ext uri="{BB962C8B-B14F-4D97-AF65-F5344CB8AC3E}">
        <p14:creationId xmlns:p14="http://schemas.microsoft.com/office/powerpoint/2010/main" val="303181385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11"/>
          <p:cNvSpPr txBox="1">
            <a:spLocks noGrp="1" noChangeArrowheads="1"/>
          </p:cNvSpPr>
          <p:nvPr/>
        </p:nvSpPr>
        <p:spPr bwMode="auto">
          <a:xfrm>
            <a:off x="5929313" y="8680450"/>
            <a:ext cx="812800" cy="287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817" tIns="0" rIns="18817" bIns="0" anchor="b"/>
          <a:lstStyle>
            <a:lvl1pPr defTabSz="901700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defTabSz="901700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defTabSz="901700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defTabSz="901700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defTabSz="901700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9017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9017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9017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9017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r" rtl="0"/>
            <a:fld id="{ACE20BE7-F2F3-4E26-9454-50B18F790A4E}" type="slidenum">
              <a:rPr sz="800" b="0">
                <a:ea typeface="ＭＳ Ｐゴシック" pitchFamily="34" charset="-128"/>
              </a:rPr>
              <a:pPr algn="r" rtl="0"/>
              <a:t>4</a:t>
            </a:fld>
            <a:endParaRPr sz="800" b="0">
              <a:ea typeface="ＭＳ Ｐゴシック" pitchFamily="34" charset="-128"/>
            </a:endParaRPr>
          </a:p>
        </p:txBody>
      </p:sp>
      <p:sp>
        <p:nvSpPr>
          <p:cNvPr id="215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5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rtl="0"/>
            <a:r>
              <a:rPr lang="pl-PL" dirty="0"/>
              <a:t>Podstawy IPV6</a:t>
            </a:r>
          </a:p>
          <a:p>
            <a:pPr rtl="0"/>
            <a:r>
              <a:rPr lang="pl-PL" dirty="0"/>
              <a:t>Materiały dla nauczyciela</a:t>
            </a:r>
          </a:p>
        </p:txBody>
      </p:sp>
    </p:spTree>
    <p:extLst>
      <p:ext uri="{BB962C8B-B14F-4D97-AF65-F5344CB8AC3E}">
        <p14:creationId xmlns:p14="http://schemas.microsoft.com/office/powerpoint/2010/main" val="161506425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11"/>
          <p:cNvSpPr txBox="1">
            <a:spLocks noGrp="1" noChangeArrowheads="1"/>
          </p:cNvSpPr>
          <p:nvPr/>
        </p:nvSpPr>
        <p:spPr bwMode="auto">
          <a:xfrm>
            <a:off x="5929313" y="8680450"/>
            <a:ext cx="812800" cy="287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817" tIns="0" rIns="18817" bIns="0" anchor="b"/>
          <a:lstStyle>
            <a:lvl1pPr defTabSz="901700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defTabSz="901700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defTabSz="901700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defTabSz="901700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defTabSz="901700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9017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9017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9017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9017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r" rtl="0"/>
            <a:fld id="{ACE20BE7-F2F3-4E26-9454-50B18F790A4E}" type="slidenum">
              <a:rPr sz="800" b="0">
                <a:ea typeface="ＭＳ Ｐゴシック" pitchFamily="34" charset="-128"/>
              </a:rPr>
              <a:pPr algn="r" rtl="0"/>
              <a:t>5</a:t>
            </a:fld>
            <a:endParaRPr sz="800" b="0">
              <a:ea typeface="ＭＳ Ｐゴシック" pitchFamily="34" charset="-128"/>
            </a:endParaRPr>
          </a:p>
        </p:txBody>
      </p:sp>
      <p:sp>
        <p:nvSpPr>
          <p:cNvPr id="215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5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rtl="0"/>
            <a:r>
              <a:rPr lang="pl-PL" dirty="0"/>
              <a:t>Podstawy IPV6</a:t>
            </a:r>
          </a:p>
          <a:p>
            <a:pPr rtl="0"/>
            <a:r>
              <a:rPr lang="pl-PL" dirty="0"/>
              <a:t>Materiały dla nauczyciela</a:t>
            </a:r>
          </a:p>
        </p:txBody>
      </p:sp>
    </p:spTree>
    <p:extLst>
      <p:ext uri="{BB962C8B-B14F-4D97-AF65-F5344CB8AC3E}">
        <p14:creationId xmlns:p14="http://schemas.microsoft.com/office/powerpoint/2010/main" val="77002966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11"/>
          <p:cNvSpPr txBox="1">
            <a:spLocks noGrp="1" noChangeArrowheads="1"/>
          </p:cNvSpPr>
          <p:nvPr/>
        </p:nvSpPr>
        <p:spPr bwMode="auto">
          <a:xfrm>
            <a:off x="5929313" y="8680450"/>
            <a:ext cx="812800" cy="287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817" tIns="0" rIns="18817" bIns="0" anchor="b"/>
          <a:lstStyle>
            <a:lvl1pPr defTabSz="901700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defTabSz="901700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defTabSz="901700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defTabSz="901700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defTabSz="901700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9017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9017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9017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9017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r" rtl="0"/>
            <a:fld id="{ACE20BE7-F2F3-4E26-9454-50B18F790A4E}" type="slidenum">
              <a:rPr sz="800" b="0">
                <a:ea typeface="ＭＳ Ｐゴシック" pitchFamily="34" charset="-128"/>
              </a:rPr>
              <a:pPr algn="r" rtl="0"/>
              <a:t>6</a:t>
            </a:fld>
            <a:endParaRPr sz="800" b="0">
              <a:ea typeface="ＭＳ Ｐゴシック" pitchFamily="34" charset="-128"/>
            </a:endParaRPr>
          </a:p>
        </p:txBody>
      </p:sp>
      <p:sp>
        <p:nvSpPr>
          <p:cNvPr id="215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5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rtl="0"/>
            <a:r>
              <a:rPr lang="pl-PL" dirty="0"/>
              <a:t>Podstawy IPV6</a:t>
            </a:r>
          </a:p>
          <a:p>
            <a:pPr rtl="0"/>
            <a:r>
              <a:rPr lang="pl-PL" dirty="0"/>
              <a:t>Materiały dla nauczyciela</a:t>
            </a:r>
          </a:p>
        </p:txBody>
      </p:sp>
    </p:spTree>
    <p:extLst>
      <p:ext uri="{BB962C8B-B14F-4D97-AF65-F5344CB8AC3E}">
        <p14:creationId xmlns:p14="http://schemas.microsoft.com/office/powerpoint/2010/main" val="25711874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11"/>
          <p:cNvSpPr txBox="1">
            <a:spLocks noGrp="1" noChangeArrowheads="1"/>
          </p:cNvSpPr>
          <p:nvPr/>
        </p:nvSpPr>
        <p:spPr bwMode="auto">
          <a:xfrm>
            <a:off x="5929313" y="8680450"/>
            <a:ext cx="812800" cy="287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817" tIns="0" rIns="18817" bIns="0" anchor="b"/>
          <a:lstStyle>
            <a:lvl1pPr defTabSz="901700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defTabSz="901700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defTabSz="901700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defTabSz="901700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defTabSz="901700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9017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9017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9017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9017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r" rtl="0"/>
            <a:fld id="{ACE20BE7-F2F3-4E26-9454-50B18F790A4E}" type="slidenum">
              <a:rPr sz="800" b="0">
                <a:ea typeface="ＭＳ Ｐゴシック" pitchFamily="34" charset="-128"/>
              </a:rPr>
              <a:pPr algn="r" rtl="0"/>
              <a:t>7</a:t>
            </a:fld>
            <a:endParaRPr sz="800" b="0">
              <a:ea typeface="ＭＳ Ｐゴシック" pitchFamily="34" charset="-128"/>
            </a:endParaRPr>
          </a:p>
        </p:txBody>
      </p:sp>
      <p:sp>
        <p:nvSpPr>
          <p:cNvPr id="215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5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rtl="0"/>
            <a:r>
              <a:rPr lang="pl-PL" dirty="0"/>
              <a:t>Podstawy IPV6</a:t>
            </a:r>
          </a:p>
          <a:p>
            <a:pPr rtl="0"/>
            <a:r>
              <a:rPr lang="pl-PL" dirty="0"/>
              <a:t>Materiały dla nauczyciela</a:t>
            </a:r>
          </a:p>
        </p:txBody>
      </p:sp>
    </p:spTree>
    <p:extLst>
      <p:ext uri="{BB962C8B-B14F-4D97-AF65-F5344CB8AC3E}">
        <p14:creationId xmlns:p14="http://schemas.microsoft.com/office/powerpoint/2010/main" val="157411795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11"/>
          <p:cNvSpPr txBox="1">
            <a:spLocks noGrp="1" noChangeArrowheads="1"/>
          </p:cNvSpPr>
          <p:nvPr/>
        </p:nvSpPr>
        <p:spPr bwMode="auto">
          <a:xfrm>
            <a:off x="5929313" y="8680450"/>
            <a:ext cx="812800" cy="287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817" tIns="0" rIns="18817" bIns="0" anchor="b"/>
          <a:lstStyle>
            <a:lvl1pPr defTabSz="901700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defTabSz="901700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defTabSz="901700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defTabSz="901700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defTabSz="901700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9017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9017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9017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9017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r" rtl="0"/>
            <a:fld id="{ACE20BE7-F2F3-4E26-9454-50B18F790A4E}" type="slidenum">
              <a:rPr sz="800" b="0">
                <a:ea typeface="ＭＳ Ｐゴシック" pitchFamily="34" charset="-128"/>
              </a:rPr>
              <a:pPr algn="r" rtl="0"/>
              <a:t>8</a:t>
            </a:fld>
            <a:endParaRPr sz="800" b="0">
              <a:ea typeface="ＭＳ Ｐゴシック" pitchFamily="34" charset="-128"/>
            </a:endParaRPr>
          </a:p>
        </p:txBody>
      </p:sp>
      <p:sp>
        <p:nvSpPr>
          <p:cNvPr id="215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5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rtl="0"/>
            <a:r>
              <a:rPr lang="pl-PL" dirty="0"/>
              <a:t>Podstawy IPV6</a:t>
            </a:r>
          </a:p>
          <a:p>
            <a:pPr rtl="0"/>
            <a:r>
              <a:rPr lang="pl-PL" dirty="0"/>
              <a:t>Materiały dla nauczyciela</a:t>
            </a:r>
          </a:p>
        </p:txBody>
      </p:sp>
    </p:spTree>
    <p:extLst>
      <p:ext uri="{BB962C8B-B14F-4D97-AF65-F5344CB8AC3E}">
        <p14:creationId xmlns:p14="http://schemas.microsoft.com/office/powerpoint/2010/main" val="400744048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11"/>
          <p:cNvSpPr txBox="1">
            <a:spLocks noGrp="1" noChangeArrowheads="1"/>
          </p:cNvSpPr>
          <p:nvPr/>
        </p:nvSpPr>
        <p:spPr bwMode="auto">
          <a:xfrm>
            <a:off x="5929313" y="8680450"/>
            <a:ext cx="812800" cy="287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817" tIns="0" rIns="18817" bIns="0" anchor="b"/>
          <a:lstStyle>
            <a:lvl1pPr defTabSz="901700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defTabSz="901700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defTabSz="901700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defTabSz="901700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defTabSz="901700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9017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9017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9017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9017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r" rtl="0"/>
            <a:fld id="{ACE20BE7-F2F3-4E26-9454-50B18F790A4E}" type="slidenum">
              <a:rPr sz="800" b="0">
                <a:ea typeface="ＭＳ Ｐゴシック" pitchFamily="34" charset="-128"/>
              </a:rPr>
              <a:pPr algn="r" rtl="0"/>
              <a:t>9</a:t>
            </a:fld>
            <a:endParaRPr sz="800" b="0">
              <a:ea typeface="ＭＳ Ｐゴシック" pitchFamily="34" charset="-128"/>
            </a:endParaRPr>
          </a:p>
        </p:txBody>
      </p:sp>
      <p:sp>
        <p:nvSpPr>
          <p:cNvPr id="215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5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rtl="0"/>
            <a:r>
              <a:rPr lang="pl-PL" dirty="0"/>
              <a:t>Podstawy IPV6</a:t>
            </a:r>
          </a:p>
          <a:p>
            <a:pPr rtl="0"/>
            <a:r>
              <a:rPr lang="pl-PL" dirty="0"/>
              <a:t>Materiały dla nauczyciela</a:t>
            </a:r>
          </a:p>
        </p:txBody>
      </p:sp>
    </p:spTree>
    <p:extLst>
      <p:ext uri="{BB962C8B-B14F-4D97-AF65-F5344CB8AC3E}">
        <p14:creationId xmlns:p14="http://schemas.microsoft.com/office/powerpoint/2010/main" val="110853102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11"/>
          <p:cNvSpPr txBox="1">
            <a:spLocks noGrp="1" noChangeArrowheads="1"/>
          </p:cNvSpPr>
          <p:nvPr/>
        </p:nvSpPr>
        <p:spPr bwMode="auto">
          <a:xfrm>
            <a:off x="5929313" y="8680450"/>
            <a:ext cx="812800" cy="287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817" tIns="0" rIns="18817" bIns="0" anchor="b"/>
          <a:lstStyle>
            <a:lvl1pPr defTabSz="901700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defTabSz="901700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defTabSz="901700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defTabSz="901700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defTabSz="901700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9017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9017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9017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9017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r" rtl="0"/>
            <a:fld id="{ACE20BE7-F2F3-4E26-9454-50B18F790A4E}" type="slidenum">
              <a:rPr sz="800" b="0">
                <a:ea typeface="ＭＳ Ｐゴシック" pitchFamily="34" charset="-128"/>
              </a:rPr>
              <a:pPr algn="r" rtl="0"/>
              <a:t>10</a:t>
            </a:fld>
            <a:endParaRPr sz="800" b="0">
              <a:ea typeface="ＭＳ Ｐゴシック" pitchFamily="34" charset="-128"/>
            </a:endParaRPr>
          </a:p>
        </p:txBody>
      </p:sp>
      <p:sp>
        <p:nvSpPr>
          <p:cNvPr id="215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5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rtl="0"/>
            <a:r>
              <a:rPr lang="pl-PL" dirty="0"/>
              <a:t>Podstawy IPV6</a:t>
            </a:r>
          </a:p>
          <a:p>
            <a:pPr rtl="0"/>
            <a:r>
              <a:rPr lang="pl-PL" dirty="0"/>
              <a:t>Materiały dla nauczyciela</a:t>
            </a:r>
          </a:p>
        </p:txBody>
      </p:sp>
    </p:spTree>
    <p:extLst>
      <p:ext uri="{BB962C8B-B14F-4D97-AF65-F5344CB8AC3E}">
        <p14:creationId xmlns:p14="http://schemas.microsoft.com/office/powerpoint/2010/main" val="138592655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11"/>
          <p:cNvSpPr txBox="1">
            <a:spLocks noGrp="1" noChangeArrowheads="1"/>
          </p:cNvSpPr>
          <p:nvPr/>
        </p:nvSpPr>
        <p:spPr bwMode="auto">
          <a:xfrm>
            <a:off x="5929313" y="8680450"/>
            <a:ext cx="812800" cy="287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817" tIns="0" rIns="18817" bIns="0" anchor="b"/>
          <a:lstStyle>
            <a:lvl1pPr defTabSz="901700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defTabSz="901700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defTabSz="901700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defTabSz="901700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defTabSz="901700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9017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9017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9017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9017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r" rtl="0"/>
            <a:fld id="{ACE20BE7-F2F3-4E26-9454-50B18F790A4E}" type="slidenum">
              <a:rPr sz="800" b="0">
                <a:ea typeface="ＭＳ Ｐゴシック" pitchFamily="34" charset="-128"/>
              </a:rPr>
              <a:pPr algn="r" rtl="0"/>
              <a:t>11</a:t>
            </a:fld>
            <a:endParaRPr sz="800" b="0">
              <a:ea typeface="ＭＳ Ｐゴシック" pitchFamily="34" charset="-128"/>
            </a:endParaRPr>
          </a:p>
        </p:txBody>
      </p:sp>
      <p:sp>
        <p:nvSpPr>
          <p:cNvPr id="215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5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rtl="0"/>
            <a:r>
              <a:rPr lang="pl-PL" dirty="0"/>
              <a:t>Podstawy IPV6</a:t>
            </a:r>
          </a:p>
          <a:p>
            <a:pPr rtl="0"/>
            <a:r>
              <a:rPr lang="pl-PL" dirty="0"/>
              <a:t>Materiały dla nauczyciela</a:t>
            </a:r>
          </a:p>
        </p:txBody>
      </p:sp>
    </p:spTree>
    <p:extLst>
      <p:ext uri="{BB962C8B-B14F-4D97-AF65-F5344CB8AC3E}">
        <p14:creationId xmlns:p14="http://schemas.microsoft.com/office/powerpoint/2010/main" val="52244883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11"/>
          <p:cNvSpPr txBox="1">
            <a:spLocks noGrp="1" noChangeArrowheads="1"/>
          </p:cNvSpPr>
          <p:nvPr/>
        </p:nvSpPr>
        <p:spPr bwMode="auto">
          <a:xfrm>
            <a:off x="5929313" y="8680450"/>
            <a:ext cx="812800" cy="287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817" tIns="0" rIns="18817" bIns="0" anchor="b"/>
          <a:lstStyle>
            <a:lvl1pPr defTabSz="901700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defTabSz="901700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defTabSz="901700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defTabSz="901700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defTabSz="901700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9017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9017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9017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9017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r" rtl="0"/>
            <a:fld id="{ACE20BE7-F2F3-4E26-9454-50B18F790A4E}" type="slidenum">
              <a:rPr sz="800" b="0">
                <a:ea typeface="ＭＳ Ｐゴシック" pitchFamily="34" charset="-128"/>
              </a:rPr>
              <a:pPr algn="r" rtl="0"/>
              <a:t>12</a:t>
            </a:fld>
            <a:endParaRPr sz="800" b="0">
              <a:ea typeface="ＭＳ Ｐゴシック" pitchFamily="34" charset="-128"/>
            </a:endParaRPr>
          </a:p>
        </p:txBody>
      </p:sp>
      <p:sp>
        <p:nvSpPr>
          <p:cNvPr id="215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5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rtl="0"/>
            <a:r>
              <a:rPr lang="pl-PL" dirty="0"/>
              <a:t>Podstawy IPV6</a:t>
            </a:r>
          </a:p>
          <a:p>
            <a:pPr rtl="0"/>
            <a:r>
              <a:rPr lang="pl-PL" dirty="0"/>
              <a:t>Materiały dla nauczyciela</a:t>
            </a:r>
          </a:p>
        </p:txBody>
      </p:sp>
    </p:spTree>
    <p:extLst>
      <p:ext uri="{BB962C8B-B14F-4D97-AF65-F5344CB8AC3E}">
        <p14:creationId xmlns:p14="http://schemas.microsoft.com/office/powerpoint/2010/main" val="67131192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11"/>
          <p:cNvSpPr txBox="1">
            <a:spLocks noGrp="1" noChangeArrowheads="1"/>
          </p:cNvSpPr>
          <p:nvPr/>
        </p:nvSpPr>
        <p:spPr bwMode="auto">
          <a:xfrm>
            <a:off x="5929313" y="8680450"/>
            <a:ext cx="812800" cy="287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817" tIns="0" rIns="18817" bIns="0" anchor="b"/>
          <a:lstStyle>
            <a:lvl1pPr defTabSz="901700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defTabSz="901700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defTabSz="901700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defTabSz="901700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defTabSz="901700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9017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9017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9017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9017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r" rtl="0"/>
            <a:fld id="{ACE20BE7-F2F3-4E26-9454-50B18F790A4E}" type="slidenum">
              <a:rPr sz="800" b="0">
                <a:ea typeface="ＭＳ Ｐゴシック" pitchFamily="34" charset="-128"/>
              </a:rPr>
              <a:pPr algn="r" rtl="0"/>
              <a:t>13</a:t>
            </a:fld>
            <a:endParaRPr sz="800" b="0">
              <a:ea typeface="ＭＳ Ｐゴシック" pitchFamily="34" charset="-128"/>
            </a:endParaRPr>
          </a:p>
        </p:txBody>
      </p:sp>
      <p:sp>
        <p:nvSpPr>
          <p:cNvPr id="215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5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rtl="0"/>
            <a:r>
              <a:rPr lang="pl-PL" dirty="0"/>
              <a:t>Podstawy IPV6</a:t>
            </a:r>
          </a:p>
          <a:p>
            <a:pPr rtl="0"/>
            <a:r>
              <a:rPr lang="pl-PL" dirty="0"/>
              <a:t>Materiały dla nauczyciela</a:t>
            </a:r>
          </a:p>
        </p:txBody>
      </p:sp>
    </p:spTree>
    <p:extLst>
      <p:ext uri="{BB962C8B-B14F-4D97-AF65-F5344CB8AC3E}">
        <p14:creationId xmlns:p14="http://schemas.microsoft.com/office/powerpoint/2010/main" val="185309159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11"/>
          <p:cNvSpPr txBox="1">
            <a:spLocks noGrp="1" noChangeArrowheads="1"/>
          </p:cNvSpPr>
          <p:nvPr/>
        </p:nvSpPr>
        <p:spPr bwMode="auto">
          <a:xfrm>
            <a:off x="5929313" y="8680450"/>
            <a:ext cx="812800" cy="287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817" tIns="0" rIns="18817" bIns="0" anchor="b"/>
          <a:lstStyle>
            <a:lvl1pPr defTabSz="901700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defTabSz="901700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defTabSz="901700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defTabSz="901700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defTabSz="901700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9017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9017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9017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9017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r" rtl="0"/>
            <a:fld id="{ACE20BE7-F2F3-4E26-9454-50B18F790A4E}" type="slidenum">
              <a:rPr sz="800" b="0">
                <a:ea typeface="ＭＳ Ｐゴシック" pitchFamily="34" charset="-128"/>
              </a:rPr>
              <a:pPr algn="r" rtl="0"/>
              <a:t>14</a:t>
            </a:fld>
            <a:endParaRPr sz="800" b="0">
              <a:ea typeface="ＭＳ Ｐゴシック" pitchFamily="34" charset="-128"/>
            </a:endParaRPr>
          </a:p>
        </p:txBody>
      </p:sp>
      <p:sp>
        <p:nvSpPr>
          <p:cNvPr id="215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5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rtl="0"/>
            <a:r>
              <a:rPr lang="pl-PL" dirty="0"/>
              <a:t>Podstawy IPV6</a:t>
            </a:r>
          </a:p>
          <a:p>
            <a:pPr rtl="0"/>
            <a:r>
              <a:rPr lang="pl-PL" dirty="0"/>
              <a:t>Materiały dla nauczyciela</a:t>
            </a:r>
          </a:p>
        </p:txBody>
      </p:sp>
    </p:spTree>
    <p:extLst>
      <p:ext uri="{BB962C8B-B14F-4D97-AF65-F5344CB8AC3E}">
        <p14:creationId xmlns:p14="http://schemas.microsoft.com/office/powerpoint/2010/main" val="204233844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11"/>
          <p:cNvSpPr txBox="1">
            <a:spLocks noGrp="1" noChangeArrowheads="1"/>
          </p:cNvSpPr>
          <p:nvPr/>
        </p:nvSpPr>
        <p:spPr bwMode="auto">
          <a:xfrm>
            <a:off x="5929313" y="8680450"/>
            <a:ext cx="812800" cy="287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817" tIns="0" rIns="18817" bIns="0" anchor="b"/>
          <a:lstStyle>
            <a:lvl1pPr defTabSz="901700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defTabSz="901700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defTabSz="901700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defTabSz="901700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defTabSz="901700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9017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9017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9017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9017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r" rtl="0"/>
            <a:fld id="{ACE20BE7-F2F3-4E26-9454-50B18F790A4E}" type="slidenum">
              <a:rPr sz="800" b="0">
                <a:ea typeface="ＭＳ Ｐゴシック" pitchFamily="34" charset="-128"/>
              </a:rPr>
              <a:pPr algn="r" rtl="0"/>
              <a:t>15</a:t>
            </a:fld>
            <a:endParaRPr sz="800" b="0">
              <a:ea typeface="ＭＳ Ｐゴシック" pitchFamily="34" charset="-128"/>
            </a:endParaRPr>
          </a:p>
        </p:txBody>
      </p:sp>
      <p:sp>
        <p:nvSpPr>
          <p:cNvPr id="215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5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rtl="0"/>
            <a:r>
              <a:rPr lang="pl-PL" dirty="0"/>
              <a:t>Podstawy IPV6</a:t>
            </a:r>
          </a:p>
          <a:p>
            <a:pPr rtl="0"/>
            <a:r>
              <a:rPr lang="pl-PL" dirty="0"/>
              <a:t>Materiały dla nauczyciela</a:t>
            </a:r>
          </a:p>
        </p:txBody>
      </p:sp>
    </p:spTree>
    <p:extLst>
      <p:ext uri="{BB962C8B-B14F-4D97-AF65-F5344CB8AC3E}">
        <p14:creationId xmlns:p14="http://schemas.microsoft.com/office/powerpoint/2010/main" val="362730712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11"/>
          <p:cNvSpPr txBox="1">
            <a:spLocks noGrp="1" noChangeArrowheads="1"/>
          </p:cNvSpPr>
          <p:nvPr/>
        </p:nvSpPr>
        <p:spPr bwMode="auto">
          <a:xfrm>
            <a:off x="5929313" y="8680450"/>
            <a:ext cx="812800" cy="287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817" tIns="0" rIns="18817" bIns="0" anchor="b"/>
          <a:lstStyle>
            <a:lvl1pPr defTabSz="901700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defTabSz="901700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defTabSz="901700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defTabSz="901700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defTabSz="901700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9017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9017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9017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9017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r" rtl="0"/>
            <a:fld id="{ACE20BE7-F2F3-4E26-9454-50B18F790A4E}" type="slidenum">
              <a:rPr sz="800" b="0">
                <a:ea typeface="ＭＳ Ｐゴシック" pitchFamily="34" charset="-128"/>
              </a:rPr>
              <a:pPr algn="r" rtl="0"/>
              <a:t>16</a:t>
            </a:fld>
            <a:endParaRPr sz="800" b="0">
              <a:ea typeface="ＭＳ Ｐゴシック" pitchFamily="34" charset="-128"/>
            </a:endParaRPr>
          </a:p>
        </p:txBody>
      </p:sp>
      <p:sp>
        <p:nvSpPr>
          <p:cNvPr id="215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5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rtl="0"/>
            <a:r>
              <a:rPr lang="pl-PL" dirty="0"/>
              <a:t>Podstawy IPV6</a:t>
            </a:r>
          </a:p>
          <a:p>
            <a:pPr rtl="0"/>
            <a:r>
              <a:rPr lang="pl-PL" dirty="0"/>
              <a:t>Materiały dla nauczyciela</a:t>
            </a:r>
          </a:p>
        </p:txBody>
      </p:sp>
    </p:spTree>
    <p:extLst>
      <p:ext uri="{BB962C8B-B14F-4D97-AF65-F5344CB8AC3E}">
        <p14:creationId xmlns:p14="http://schemas.microsoft.com/office/powerpoint/2010/main" val="394487089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11"/>
          <p:cNvSpPr txBox="1">
            <a:spLocks noGrp="1" noChangeArrowheads="1"/>
          </p:cNvSpPr>
          <p:nvPr/>
        </p:nvSpPr>
        <p:spPr bwMode="auto">
          <a:xfrm>
            <a:off x="5929313" y="8680450"/>
            <a:ext cx="812800" cy="287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817" tIns="0" rIns="18817" bIns="0" anchor="b"/>
          <a:lstStyle>
            <a:lvl1pPr defTabSz="901700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defTabSz="901700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defTabSz="901700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defTabSz="901700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defTabSz="901700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9017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9017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9017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9017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r" rtl="0"/>
            <a:fld id="{ACE20BE7-F2F3-4E26-9454-50B18F790A4E}" type="slidenum">
              <a:rPr sz="800" b="0">
                <a:ea typeface="ＭＳ Ｐゴシック" pitchFamily="34" charset="-128"/>
              </a:rPr>
              <a:pPr algn="r" rtl="0"/>
              <a:t>17</a:t>
            </a:fld>
            <a:endParaRPr sz="800" b="0">
              <a:ea typeface="ＭＳ Ｐゴシック" pitchFamily="34" charset="-128"/>
            </a:endParaRPr>
          </a:p>
        </p:txBody>
      </p:sp>
      <p:sp>
        <p:nvSpPr>
          <p:cNvPr id="215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5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rtl="0"/>
            <a:r>
              <a:rPr lang="pl-PL" dirty="0"/>
              <a:t>Podstawy IPV6</a:t>
            </a:r>
          </a:p>
          <a:p>
            <a:pPr rtl="0"/>
            <a:r>
              <a:rPr lang="pl-PL" dirty="0"/>
              <a:t>Materiały dla nauczyciela</a:t>
            </a:r>
          </a:p>
        </p:txBody>
      </p:sp>
    </p:spTree>
    <p:extLst>
      <p:ext uri="{BB962C8B-B14F-4D97-AF65-F5344CB8AC3E}">
        <p14:creationId xmlns:p14="http://schemas.microsoft.com/office/powerpoint/2010/main" val="398387139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11"/>
          <p:cNvSpPr txBox="1">
            <a:spLocks noGrp="1" noChangeArrowheads="1"/>
          </p:cNvSpPr>
          <p:nvPr/>
        </p:nvSpPr>
        <p:spPr bwMode="auto">
          <a:xfrm>
            <a:off x="5929313" y="8680450"/>
            <a:ext cx="812800" cy="287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817" tIns="0" rIns="18817" bIns="0" anchor="b"/>
          <a:lstStyle>
            <a:lvl1pPr defTabSz="901700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defTabSz="901700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defTabSz="901700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defTabSz="901700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defTabSz="901700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9017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9017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9017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9017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r" rtl="0"/>
            <a:fld id="{ACE20BE7-F2F3-4E26-9454-50B18F790A4E}" type="slidenum">
              <a:rPr sz="800" b="0">
                <a:ea typeface="ＭＳ Ｐゴシック" pitchFamily="34" charset="-128"/>
              </a:rPr>
              <a:pPr algn="r" rtl="0"/>
              <a:t>18</a:t>
            </a:fld>
            <a:endParaRPr sz="800" b="0">
              <a:ea typeface="ＭＳ Ｐゴシック" pitchFamily="34" charset="-128"/>
            </a:endParaRPr>
          </a:p>
        </p:txBody>
      </p:sp>
      <p:sp>
        <p:nvSpPr>
          <p:cNvPr id="215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5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rtl="0"/>
            <a:r>
              <a:rPr lang="pl-PL" dirty="0"/>
              <a:t>Podstawy IPV6</a:t>
            </a:r>
          </a:p>
          <a:p>
            <a:pPr rtl="0"/>
            <a:r>
              <a:rPr lang="pl-PL" dirty="0"/>
              <a:t>Materiały dla nauczyciela</a:t>
            </a:r>
          </a:p>
        </p:txBody>
      </p:sp>
    </p:spTree>
    <p:extLst>
      <p:ext uri="{BB962C8B-B14F-4D97-AF65-F5344CB8AC3E}">
        <p14:creationId xmlns:p14="http://schemas.microsoft.com/office/powerpoint/2010/main" val="26101159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Title Slide-animated gradi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 cstate="print"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16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69496" y="3809526"/>
            <a:ext cx="4319105" cy="288131"/>
          </a:xfrm>
          <a:prstGeom prst="rect">
            <a:avLst/>
          </a:prstGeom>
        </p:spPr>
        <p:txBody>
          <a:bodyPr lIns="91420" tIns="45710" rIns="91420" bIns="45710" anchor="b" anchorCtr="0">
            <a:noAutofit/>
          </a:bodyPr>
          <a:lstStyle>
            <a:lvl1pPr marL="0" indent="0" algn="l">
              <a:buNone/>
              <a:defRPr sz="1200" b="0" i="0">
                <a:solidFill>
                  <a:schemeClr val="accent5"/>
                </a:solidFill>
                <a:latin typeface="+mn-lt"/>
                <a:cs typeface="CiscoSans"/>
              </a:defRPr>
            </a:lvl1pPr>
            <a:lvl2pPr marL="34285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7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57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44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29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1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0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28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l-PL" dirty="0"/>
              <a:t>Materiały pomocnicze dla nauczyciela</a:t>
            </a:r>
            <a:endParaRPr lang="en-US" dirty="0"/>
          </a:p>
        </p:txBody>
      </p:sp>
      <p:sp>
        <p:nvSpPr>
          <p:cNvPr id="17" name="Text Placeholder 38"/>
          <p:cNvSpPr>
            <a:spLocks noGrp="1"/>
          </p:cNvSpPr>
          <p:nvPr>
            <p:ph type="body" sz="quarter" idx="11"/>
          </p:nvPr>
        </p:nvSpPr>
        <p:spPr>
          <a:xfrm>
            <a:off x="469496" y="4049523"/>
            <a:ext cx="4319105" cy="28813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 algn="l">
              <a:buFontTx/>
              <a:buNone/>
              <a:defRPr lang="en-US" sz="1200" b="0" i="0" kern="1200" dirty="0" smtClean="0">
                <a:solidFill>
                  <a:schemeClr val="accent5"/>
                </a:solidFill>
                <a:latin typeface="+mn-lt"/>
                <a:ea typeface="+mn-ea"/>
                <a:cs typeface="CiscoSans ExtraLight" pitchFamily="34" charset="0"/>
              </a:defRPr>
            </a:lvl1pPr>
            <a:lvl2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0"/>
          <p:cNvSpPr>
            <a:spLocks noGrp="1"/>
          </p:cNvSpPr>
          <p:nvPr>
            <p:ph type="body" sz="quarter" idx="12"/>
          </p:nvPr>
        </p:nvSpPr>
        <p:spPr>
          <a:xfrm>
            <a:off x="469496" y="4289520"/>
            <a:ext cx="4319105" cy="28813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 algn="l">
              <a:buFontTx/>
              <a:buNone/>
              <a:defRPr lang="en-US" sz="1200" b="0" i="0" kern="1200" dirty="0" smtClean="0">
                <a:solidFill>
                  <a:schemeClr val="accent5"/>
                </a:solidFill>
                <a:latin typeface="+mn-lt"/>
                <a:ea typeface="+mn-ea"/>
                <a:cs typeface="CiscoSans ExtraLight" pitchFamily="34" charset="0"/>
              </a:defRPr>
            </a:lvl1pPr>
            <a:lvl2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2"/>
          <p:cNvSpPr>
            <a:spLocks noGrp="1"/>
          </p:cNvSpPr>
          <p:nvPr>
            <p:ph type="body" sz="quarter" idx="13" hasCustomPrompt="1"/>
          </p:nvPr>
        </p:nvSpPr>
        <p:spPr>
          <a:xfrm>
            <a:off x="463292" y="2872236"/>
            <a:ext cx="5925246" cy="29900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>
              <a:buFont typeface="Arial" panose="020B0604020202020204" pitchFamily="34" charset="0"/>
              <a:buNone/>
              <a:defRPr sz="2000" baseline="0">
                <a:solidFill>
                  <a:schemeClr val="bg2"/>
                </a:solidFill>
                <a:latin typeface="+mj-lt"/>
              </a:defRPr>
            </a:lvl1pPr>
            <a:lvl2pPr marL="304781" indent="0">
              <a:buNone/>
              <a:defRPr/>
            </a:lvl2pPr>
            <a:lvl3pPr marL="427401" indent="0">
              <a:buNone/>
              <a:defRPr/>
            </a:lvl3pPr>
            <a:lvl4pPr marL="516694" indent="0">
              <a:buNone/>
              <a:defRPr/>
            </a:lvl4pPr>
            <a:lvl5pPr marL="601221" indent="0">
              <a:buNone/>
              <a:defRPr/>
            </a:lvl5pPr>
          </a:lstStyle>
          <a:p>
            <a:pPr lvl="0"/>
            <a:r>
              <a:rPr lang="pl-PL" dirty="0"/>
              <a:t>Materiały </a:t>
            </a:r>
            <a:r>
              <a:rPr lang="pl-PL" dirty="0" err="1"/>
              <a:t>pomo</a:t>
            </a:r>
            <a:endParaRPr lang="en-US" dirty="0"/>
          </a:p>
        </p:txBody>
      </p:sp>
      <p:sp>
        <p:nvSpPr>
          <p:cNvPr id="20" name="Title 1"/>
          <p:cNvSpPr>
            <a:spLocks noGrp="1"/>
          </p:cNvSpPr>
          <p:nvPr>
            <p:ph type="ctrTitle"/>
          </p:nvPr>
        </p:nvSpPr>
        <p:spPr>
          <a:xfrm>
            <a:off x="425765" y="2300750"/>
            <a:ext cx="5955513" cy="644730"/>
          </a:xfrm>
          <a:prstGeom prst="rect">
            <a:avLst/>
          </a:prstGeom>
        </p:spPr>
        <p:txBody>
          <a:bodyPr anchor="b"/>
          <a:lstStyle>
            <a:lvl1pPr marL="0" indent="0" algn="l">
              <a:lnSpc>
                <a:spcPct val="90000"/>
              </a:lnSpc>
              <a:buFont typeface="Arial" panose="020B0604020202020204" pitchFamily="34" charset="0"/>
              <a:buNone/>
              <a:defRPr sz="3600" b="0" i="0" spc="0" baseline="0">
                <a:solidFill>
                  <a:schemeClr val="tx1"/>
                </a:solidFill>
                <a:latin typeface="+mj-lt"/>
                <a:cs typeface="CiscoSans Thin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4" name="Obraz 3" descr="Obraz zawierający tekst, clipart&#10;&#10;Opis wygenerowany automatycznie">
            <a:extLst>
              <a:ext uri="{FF2B5EF4-FFF2-40B4-BE49-F238E27FC236}">
                <a16:creationId xmlns:a16="http://schemas.microsoft.com/office/drawing/2014/main" id="{C0372AD6-69D1-423C-9C52-069BAA95B6C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9501" y="214186"/>
            <a:ext cx="2285271" cy="503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672555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 spd="slow">
    <p:wipe/>
  </p:transition>
  <p:extLst>
    <p:ext uri="{DCECCB84-F9BA-43D5-87BE-67443E8EF086}">
      <p15:sldGuideLst xmlns:p15="http://schemas.microsoft.com/office/powerpoint/2012/main">
        <p15:guide id="1" orient="horz" pos="228" userDrawn="1">
          <p15:clr>
            <a:srgbClr val="FBAE40"/>
          </p15:clr>
        </p15:guide>
        <p15:guide id="2" pos="360" userDrawn="1">
          <p15:clr>
            <a:srgbClr val="FBAE40"/>
          </p15:clr>
        </p15:guide>
        <p15:guide id="3" orient="horz" pos="518" userDrawn="1">
          <p15:clr>
            <a:srgbClr val="FBAE40"/>
          </p15:clr>
        </p15:guide>
        <p15:guide id="4" pos="812" userDrawn="1">
          <p15:clr>
            <a:srgbClr val="FBAE40"/>
          </p15:clr>
        </p15:guide>
        <p15:guide id="5" pos="311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Slide-animated gradi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ubtitle 2"/>
          <p:cNvSpPr>
            <a:spLocks noGrp="1"/>
          </p:cNvSpPr>
          <p:nvPr>
            <p:ph type="subTitle" idx="1"/>
          </p:nvPr>
        </p:nvSpPr>
        <p:spPr>
          <a:xfrm>
            <a:off x="469496" y="3809526"/>
            <a:ext cx="4319105" cy="288131"/>
          </a:xfrm>
          <a:prstGeom prst="rect">
            <a:avLst/>
          </a:prstGeom>
        </p:spPr>
        <p:txBody>
          <a:bodyPr lIns="91420" tIns="45710" rIns="91420" bIns="45710" anchor="b" anchorCtr="0">
            <a:noAutofit/>
          </a:bodyPr>
          <a:lstStyle>
            <a:lvl1pPr marL="0" indent="0" algn="l">
              <a:buNone/>
              <a:defRPr sz="1200" b="0" i="0">
                <a:solidFill>
                  <a:schemeClr val="accent1"/>
                </a:solidFill>
                <a:latin typeface="+mn-lt"/>
                <a:cs typeface="CiscoSans"/>
              </a:defRPr>
            </a:lvl1pPr>
            <a:lvl2pPr marL="34285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7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57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44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29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1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0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28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7" name="Text Placeholder 38"/>
          <p:cNvSpPr>
            <a:spLocks noGrp="1"/>
          </p:cNvSpPr>
          <p:nvPr>
            <p:ph type="body" sz="quarter" idx="11"/>
          </p:nvPr>
        </p:nvSpPr>
        <p:spPr>
          <a:xfrm>
            <a:off x="469496" y="4049523"/>
            <a:ext cx="4319105" cy="28813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 algn="l">
              <a:buFontTx/>
              <a:buNone/>
              <a:defRPr lang="en-US" sz="1200" b="0" i="0" kern="1200" dirty="0" smtClean="0">
                <a:solidFill>
                  <a:schemeClr val="accent1"/>
                </a:solidFill>
                <a:latin typeface="+mn-lt"/>
                <a:ea typeface="+mn-ea"/>
                <a:cs typeface="CiscoSans ExtraLight" pitchFamily="34" charset="0"/>
              </a:defRPr>
            </a:lvl1pPr>
            <a:lvl2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0"/>
          <p:cNvSpPr>
            <a:spLocks noGrp="1"/>
          </p:cNvSpPr>
          <p:nvPr>
            <p:ph type="body" sz="quarter" idx="12"/>
          </p:nvPr>
        </p:nvSpPr>
        <p:spPr>
          <a:xfrm>
            <a:off x="469496" y="4289520"/>
            <a:ext cx="4319105" cy="28813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 algn="l">
              <a:buFontTx/>
              <a:buNone/>
              <a:defRPr lang="en-US" sz="1200" b="0" i="0" kern="1200" dirty="0" smtClean="0">
                <a:solidFill>
                  <a:schemeClr val="accent1"/>
                </a:solidFill>
                <a:latin typeface="+mn-lt"/>
                <a:ea typeface="+mn-ea"/>
                <a:cs typeface="CiscoSans ExtraLight" pitchFamily="34" charset="0"/>
              </a:defRPr>
            </a:lvl1pPr>
            <a:lvl2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6" name="Group 4"/>
          <p:cNvGrpSpPr>
            <a:grpSpLocks noChangeAspect="1"/>
          </p:cNvGrpSpPr>
          <p:nvPr userDrawn="1"/>
        </p:nvGrpSpPr>
        <p:grpSpPr bwMode="auto">
          <a:xfrm>
            <a:off x="492125" y="395288"/>
            <a:ext cx="796924" cy="423863"/>
            <a:chOff x="310" y="249"/>
            <a:chExt cx="502" cy="267"/>
          </a:xfrm>
          <a:solidFill>
            <a:srgbClr val="004C69"/>
          </a:solidFill>
        </p:grpSpPr>
        <p:sp>
          <p:nvSpPr>
            <p:cNvPr id="9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6"/>
            <p:cNvSpPr>
              <a:spLocks/>
            </p:cNvSpPr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7"/>
            <p:cNvSpPr>
              <a:spLocks/>
            </p:cNvSpPr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9"/>
            <p:cNvSpPr>
              <a:spLocks/>
            </p:cNvSpPr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0"/>
            <p:cNvSpPr>
              <a:spLocks/>
            </p:cNvSpPr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1"/>
            <p:cNvSpPr>
              <a:spLocks/>
            </p:cNvSpPr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12"/>
            <p:cNvSpPr>
              <a:spLocks/>
            </p:cNvSpPr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13"/>
            <p:cNvSpPr>
              <a:spLocks/>
            </p:cNvSpPr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14"/>
            <p:cNvSpPr>
              <a:spLocks/>
            </p:cNvSpPr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15"/>
            <p:cNvSpPr>
              <a:spLocks/>
            </p:cNvSpPr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6" name="Freeform 16"/>
            <p:cNvSpPr>
              <a:spLocks/>
            </p:cNvSpPr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7" name="Freeform 17"/>
            <p:cNvSpPr>
              <a:spLocks/>
            </p:cNvSpPr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8" name="Freeform 18"/>
            <p:cNvSpPr>
              <a:spLocks/>
            </p:cNvSpPr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29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463292" y="2872236"/>
            <a:ext cx="5925246" cy="29900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>
              <a:buFont typeface="Arial" panose="020B0604020202020204" pitchFamily="34" charset="0"/>
              <a:buNone/>
              <a:defRPr sz="2000" baseline="0">
                <a:solidFill>
                  <a:schemeClr val="accent1"/>
                </a:solidFill>
                <a:latin typeface="+mj-lt"/>
              </a:defRPr>
            </a:lvl1pPr>
            <a:lvl2pPr marL="304781" indent="0">
              <a:buNone/>
              <a:defRPr/>
            </a:lvl2pPr>
            <a:lvl3pPr marL="427401" indent="0">
              <a:buNone/>
              <a:defRPr/>
            </a:lvl3pPr>
            <a:lvl4pPr marL="516694" indent="0">
              <a:buNone/>
              <a:defRPr/>
            </a:lvl4pPr>
            <a:lvl5pPr marL="601221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itle 1"/>
          <p:cNvSpPr>
            <a:spLocks noGrp="1"/>
          </p:cNvSpPr>
          <p:nvPr>
            <p:ph type="ctrTitle"/>
          </p:nvPr>
        </p:nvSpPr>
        <p:spPr>
          <a:xfrm>
            <a:off x="425765" y="2300750"/>
            <a:ext cx="5955513" cy="644730"/>
          </a:xfrm>
          <a:prstGeom prst="rect">
            <a:avLst/>
          </a:prstGeom>
        </p:spPr>
        <p:txBody>
          <a:bodyPr anchor="b"/>
          <a:lstStyle>
            <a:lvl1pPr marL="0" indent="0" algn="l">
              <a:lnSpc>
                <a:spcPct val="90000"/>
              </a:lnSpc>
              <a:buFont typeface="Arial" panose="020B0604020202020204" pitchFamily="34" charset="0"/>
              <a:buNone/>
              <a:defRPr sz="3600" b="0" i="0" spc="0" baseline="0">
                <a:solidFill>
                  <a:schemeClr val="accent1"/>
                </a:solidFill>
                <a:latin typeface="+mj-lt"/>
                <a:cs typeface="CiscoSans Thin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3042546"/>
      </p:ext>
    </p:extLst>
  </p:cSld>
  <p:clrMapOvr>
    <a:masterClrMapping/>
  </p:clrMapOvr>
  <p:transition spd="slow">
    <p:wipe/>
  </p:transition>
  <p:extLst>
    <p:ext uri="{DCECCB84-F9BA-43D5-87BE-67443E8EF086}">
      <p15:sldGuideLst xmlns:p15="http://schemas.microsoft.com/office/powerpoint/2012/main">
        <p15:guide id="1" orient="horz" pos="228" userDrawn="1">
          <p15:clr>
            <a:srgbClr val="FBAE40"/>
          </p15:clr>
        </p15:guide>
        <p15:guide id="2" pos="360" userDrawn="1">
          <p15:clr>
            <a:srgbClr val="FBAE40"/>
          </p15:clr>
        </p15:guide>
        <p15:guide id="3" orient="horz" pos="518" userDrawn="1">
          <p15:clr>
            <a:srgbClr val="FBAE40"/>
          </p15:clr>
        </p15:guide>
        <p15:guide id="4" pos="812" userDrawn="1">
          <p15:clr>
            <a:srgbClr val="FBAE40"/>
          </p15:clr>
        </p15:guide>
        <p15:guide id="5" pos="311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Slide-animated gradi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Subtitle 2"/>
          <p:cNvSpPr>
            <a:spLocks noGrp="1"/>
          </p:cNvSpPr>
          <p:nvPr>
            <p:ph type="subTitle" idx="1"/>
          </p:nvPr>
        </p:nvSpPr>
        <p:spPr>
          <a:xfrm>
            <a:off x="469496" y="3809526"/>
            <a:ext cx="4319105" cy="288131"/>
          </a:xfrm>
          <a:prstGeom prst="rect">
            <a:avLst/>
          </a:prstGeom>
        </p:spPr>
        <p:txBody>
          <a:bodyPr lIns="91420" tIns="45710" rIns="91420" bIns="45710" anchor="b" anchorCtr="0">
            <a:noAutofit/>
          </a:bodyPr>
          <a:lstStyle>
            <a:lvl1pPr marL="0" indent="0" algn="l">
              <a:buNone/>
              <a:defRPr sz="1200" b="0" i="0">
                <a:solidFill>
                  <a:schemeClr val="accent5"/>
                </a:solidFill>
                <a:latin typeface="+mn-lt"/>
                <a:cs typeface="CiscoSans"/>
              </a:defRPr>
            </a:lvl1pPr>
            <a:lvl2pPr marL="34285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7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57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44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29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1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0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28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7" name="Text Placeholder 38"/>
          <p:cNvSpPr>
            <a:spLocks noGrp="1"/>
          </p:cNvSpPr>
          <p:nvPr>
            <p:ph type="body" sz="quarter" idx="11"/>
          </p:nvPr>
        </p:nvSpPr>
        <p:spPr>
          <a:xfrm>
            <a:off x="469496" y="4049523"/>
            <a:ext cx="4319105" cy="28813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 algn="l">
              <a:buFontTx/>
              <a:buNone/>
              <a:defRPr lang="en-US" sz="1200" b="0" i="0" kern="1200" dirty="0" smtClean="0">
                <a:solidFill>
                  <a:schemeClr val="accent5"/>
                </a:solidFill>
                <a:latin typeface="+mn-lt"/>
                <a:ea typeface="+mn-ea"/>
                <a:cs typeface="CiscoSans ExtraLight" pitchFamily="34" charset="0"/>
              </a:defRPr>
            </a:lvl1pPr>
            <a:lvl2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0"/>
          <p:cNvSpPr>
            <a:spLocks noGrp="1"/>
          </p:cNvSpPr>
          <p:nvPr>
            <p:ph type="body" sz="quarter" idx="12"/>
          </p:nvPr>
        </p:nvSpPr>
        <p:spPr>
          <a:xfrm>
            <a:off x="469496" y="4289520"/>
            <a:ext cx="4319105" cy="28813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 algn="l">
              <a:buFontTx/>
              <a:buNone/>
              <a:defRPr lang="en-US" sz="1200" b="0" i="0" kern="1200" dirty="0" smtClean="0">
                <a:solidFill>
                  <a:schemeClr val="accent5"/>
                </a:solidFill>
                <a:latin typeface="+mn-lt"/>
                <a:ea typeface="+mn-ea"/>
                <a:cs typeface="CiscoSans ExtraLight" pitchFamily="34" charset="0"/>
              </a:defRPr>
            </a:lvl1pPr>
            <a:lvl2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463292" y="2872236"/>
            <a:ext cx="5925246" cy="29900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>
              <a:buFont typeface="Arial" panose="020B0604020202020204" pitchFamily="34" charset="0"/>
              <a:buNone/>
              <a:defRPr sz="2000" baseline="0">
                <a:solidFill>
                  <a:schemeClr val="bg2"/>
                </a:solidFill>
                <a:latin typeface="+mj-lt"/>
              </a:defRPr>
            </a:lvl1pPr>
            <a:lvl2pPr marL="304781" indent="0">
              <a:buNone/>
              <a:defRPr/>
            </a:lvl2pPr>
            <a:lvl3pPr marL="427401" indent="0">
              <a:buNone/>
              <a:defRPr/>
            </a:lvl3pPr>
            <a:lvl4pPr marL="516694" indent="0">
              <a:buNone/>
              <a:defRPr/>
            </a:lvl4pPr>
            <a:lvl5pPr marL="601221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itle 1"/>
          <p:cNvSpPr>
            <a:spLocks noGrp="1"/>
          </p:cNvSpPr>
          <p:nvPr>
            <p:ph type="ctrTitle"/>
          </p:nvPr>
        </p:nvSpPr>
        <p:spPr>
          <a:xfrm>
            <a:off x="425765" y="2300750"/>
            <a:ext cx="5955513" cy="644730"/>
          </a:xfrm>
          <a:prstGeom prst="rect">
            <a:avLst/>
          </a:prstGeom>
        </p:spPr>
        <p:txBody>
          <a:bodyPr anchor="b"/>
          <a:lstStyle>
            <a:lvl1pPr marL="0" indent="0" algn="l">
              <a:lnSpc>
                <a:spcPct val="90000"/>
              </a:lnSpc>
              <a:buFont typeface="Arial" panose="020B0604020202020204" pitchFamily="34" charset="0"/>
              <a:buNone/>
              <a:defRPr sz="3600" b="0" i="0" spc="0" baseline="0">
                <a:solidFill>
                  <a:srgbClr val="38C6F4"/>
                </a:solidFill>
                <a:latin typeface="+mj-lt"/>
                <a:cs typeface="CiscoSans Thin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4" name="Obraz 3" descr="Obraz zawierający tekst, clipart&#10;&#10;Opis wygenerowany automatycznie">
            <a:extLst>
              <a:ext uri="{FF2B5EF4-FFF2-40B4-BE49-F238E27FC236}">
                <a16:creationId xmlns:a16="http://schemas.microsoft.com/office/drawing/2014/main" id="{3263D56B-0888-430C-B990-3146506F0C2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3151" y="75185"/>
            <a:ext cx="1444499" cy="318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4617842"/>
      </p:ext>
    </p:extLst>
  </p:cSld>
  <p:clrMapOvr>
    <a:masterClrMapping/>
  </p:clrMapOvr>
  <p:transition spd="slow">
    <p:wipe/>
  </p:transition>
  <p:extLst>
    <p:ext uri="{DCECCB84-F9BA-43D5-87BE-67443E8EF086}">
      <p15:sldGuideLst xmlns:p15="http://schemas.microsoft.com/office/powerpoint/2012/main">
        <p15:guide id="1" orient="horz" pos="228" userDrawn="1">
          <p15:clr>
            <a:srgbClr val="FBAE40"/>
          </p15:clr>
        </p15:guide>
        <p15:guide id="2" pos="360" userDrawn="1">
          <p15:clr>
            <a:srgbClr val="FBAE40"/>
          </p15:clr>
        </p15:guide>
        <p15:guide id="3" orient="horz" pos="518" userDrawn="1">
          <p15:clr>
            <a:srgbClr val="FBAE40"/>
          </p15:clr>
        </p15:guide>
        <p15:guide id="4" pos="812" userDrawn="1">
          <p15:clr>
            <a:srgbClr val="FBAE40"/>
          </p15:clr>
        </p15:guide>
        <p15:guide id="5" pos="311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Seg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0"/>
            <a:ext cx="9144000" cy="5143499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itle 1"/>
          <p:cNvSpPr>
            <a:spLocks noGrp="1"/>
          </p:cNvSpPr>
          <p:nvPr>
            <p:ph type="ctrTitle"/>
          </p:nvPr>
        </p:nvSpPr>
        <p:spPr>
          <a:xfrm>
            <a:off x="416425" y="915409"/>
            <a:ext cx="7598042" cy="2569946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90000"/>
              </a:lnSpc>
              <a:buFont typeface="Arial" panose="020B0604020202020204" pitchFamily="34" charset="0"/>
              <a:buNone/>
              <a:defRPr sz="4600" b="0" i="0" spc="0" baseline="0">
                <a:solidFill>
                  <a:schemeClr val="accent5"/>
                </a:solidFill>
                <a:latin typeface="+mj-lt"/>
                <a:cs typeface="CiscoSans Thin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Rectangle 7"/>
          <p:cNvSpPr>
            <a:spLocks noChangeArrowheads="1"/>
          </p:cNvSpPr>
          <p:nvPr userDrawn="1"/>
        </p:nvSpPr>
        <p:spPr bwMode="ltGray">
          <a:xfrm>
            <a:off x="8515707" y="4742907"/>
            <a:ext cx="218414" cy="15451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61586" tIns="30792" rIns="61586" bIns="30792" anchor="b">
            <a:spAutoFit/>
          </a:bodyPr>
          <a:lstStyle/>
          <a:p>
            <a:pPr algn="r" defTabSz="610744" rtl="0" fontAlgn="auto">
              <a:spcBef>
                <a:spcPts val="0"/>
              </a:spcBef>
              <a:spcAft>
                <a:spcPts val="0"/>
              </a:spcAft>
              <a:defRPr/>
            </a:pPr>
            <a:fld id="{6A1E46DC-7EF6-4EA2-B285-14272867D133}" type="slidenum">
              <a:rPr sz="600">
                <a:solidFill>
                  <a:schemeClr val="accent5">
                    <a:lumMod val="50000"/>
                  </a:schemeClr>
                </a:solidFill>
                <a:latin typeface="+mn-lt"/>
                <a:ea typeface="+mn-ea"/>
                <a:cs typeface="CiscoSans Thin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sz="600">
              <a:solidFill>
                <a:schemeClr val="accent5">
                  <a:lumMod val="50000"/>
                </a:schemeClr>
              </a:solidFill>
              <a:latin typeface="+mn-lt"/>
              <a:ea typeface="+mn-ea"/>
              <a:cs typeface="CiscoSans Thin"/>
            </a:endParaRPr>
          </a:p>
        </p:txBody>
      </p:sp>
      <p:sp>
        <p:nvSpPr>
          <p:cNvPr id="9" name="Rectangle 4"/>
          <p:cNvSpPr>
            <a:spLocks noChangeArrowheads="1"/>
          </p:cNvSpPr>
          <p:nvPr userDrawn="1"/>
        </p:nvSpPr>
        <p:spPr bwMode="ltGray">
          <a:xfrm>
            <a:off x="6866311" y="4770153"/>
            <a:ext cx="1636518" cy="1545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61586" tIns="30792" rIns="61586" bIns="30792" anchor="b">
            <a:spAutoFit/>
          </a:bodyPr>
          <a:lstStyle/>
          <a:p>
            <a:pPr defTabSz="610744" rt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l-PL" sz="600" dirty="0">
                <a:solidFill>
                  <a:schemeClr val="accent5">
                    <a:lumMod val="50000"/>
                  </a:schemeClr>
                </a:solidFill>
                <a:latin typeface="+mn-lt"/>
                <a:ea typeface="+mn-ea"/>
                <a:cs typeface="CiscoSans Thin"/>
              </a:rPr>
              <a:t>2022 Wydawnictwo informatyczne ITSTART</a:t>
            </a:r>
          </a:p>
        </p:txBody>
      </p:sp>
      <p:pic>
        <p:nvPicPr>
          <p:cNvPr id="3" name="Obraz 2" descr="Obraz zawierający tekst, clipart&#10;&#10;Opis wygenerowany automatycznie">
            <a:extLst>
              <a:ext uri="{FF2B5EF4-FFF2-40B4-BE49-F238E27FC236}">
                <a16:creationId xmlns:a16="http://schemas.microsoft.com/office/drawing/2014/main" id="{15C82B64-3913-47C0-8D1B-D06D2F2DDC1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46963" y="4752678"/>
            <a:ext cx="691897" cy="15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0854121"/>
      </p:ext>
    </p:extLst>
  </p:cSld>
  <p:clrMapOvr>
    <a:masterClrMapping/>
  </p:clrMapOvr>
  <p:transition spd="slow">
    <p:wip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ulti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474662" y="1347788"/>
            <a:ext cx="8280057" cy="3073946"/>
          </a:xfrm>
          <a:prstGeom prst="rect">
            <a:avLst/>
          </a:prstGeom>
        </p:spPr>
        <p:txBody>
          <a:bodyPr lIns="91420" tIns="45710" rIns="91420" bIns="45710">
            <a:noAutofit/>
          </a:bodyPr>
          <a:lstStyle>
            <a:lvl1pPr marL="285690" marR="0" indent="-285690" algn="ctr" defTabSz="45710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2000" b="0" i="0" baseline="0">
                <a:solidFill>
                  <a:schemeClr val="bg1"/>
                </a:solidFill>
                <a:latin typeface="+mn-lt"/>
                <a:cs typeface="CiscoSans ExtraLigh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itle Placeholder 5"/>
          <p:cNvSpPr>
            <a:spLocks noGrp="1"/>
          </p:cNvSpPr>
          <p:nvPr>
            <p:ph type="title"/>
          </p:nvPr>
        </p:nvSpPr>
        <p:spPr bwMode="auto">
          <a:xfrm>
            <a:off x="437766" y="341313"/>
            <a:ext cx="8345488" cy="731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rgbClr val="004C69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429679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c="http://schemas.openxmlformats.org/drawingml/2006/chart" xmlns:c15="http://schemas.microsoft.com/office/drawing/2012/chart" xmlns="">
      <p:transition xmlns:p14="http://schemas.microsoft.com/office/powerpoint/2010/main"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2291213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Circled_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Oval 11"/>
          <p:cNvSpPr/>
          <p:nvPr/>
        </p:nvSpPr>
        <p:spPr>
          <a:xfrm>
            <a:off x="575610" y="2552550"/>
            <a:ext cx="698624" cy="698624"/>
          </a:xfrm>
          <a:prstGeom prst="ellipse">
            <a:avLst/>
          </a:prstGeom>
          <a:solidFill>
            <a:schemeClr val="bg2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solidFill>
                <a:srgbClr val="FFFFFF"/>
              </a:solidFill>
              <a:cs typeface="Arial"/>
            </a:endParaRPr>
          </a:p>
        </p:txBody>
      </p:sp>
      <p:sp>
        <p:nvSpPr>
          <p:cNvPr id="15" name="Oval 14"/>
          <p:cNvSpPr/>
          <p:nvPr/>
        </p:nvSpPr>
        <p:spPr>
          <a:xfrm>
            <a:off x="575610" y="1426607"/>
            <a:ext cx="698624" cy="698624"/>
          </a:xfrm>
          <a:prstGeom prst="ellipse">
            <a:avLst/>
          </a:prstGeom>
          <a:solidFill>
            <a:srgbClr val="00394F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ln>
                <a:solidFill>
                  <a:schemeClr val="bg2"/>
                </a:solidFill>
              </a:ln>
              <a:solidFill>
                <a:schemeClr val="bg1"/>
              </a:solidFill>
              <a:cs typeface="Arial"/>
            </a:endParaRPr>
          </a:p>
        </p:txBody>
      </p:sp>
      <p:sp>
        <p:nvSpPr>
          <p:cNvPr id="22" name="Oval 21"/>
          <p:cNvSpPr/>
          <p:nvPr/>
        </p:nvSpPr>
        <p:spPr>
          <a:xfrm>
            <a:off x="575610" y="3653093"/>
            <a:ext cx="698624" cy="698624"/>
          </a:xfrm>
          <a:prstGeom prst="ellipse">
            <a:avLst/>
          </a:prstGeom>
          <a:solidFill>
            <a:schemeClr val="accent5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solidFill>
                <a:srgbClr val="049FD9"/>
              </a:solidFill>
              <a:cs typeface="Arial"/>
            </a:endParaRPr>
          </a:p>
        </p:txBody>
      </p:sp>
      <p:sp>
        <p:nvSpPr>
          <p:cNvPr id="24" name="Text Placeholder 17"/>
          <p:cNvSpPr>
            <a:spLocks noGrp="1"/>
          </p:cNvSpPr>
          <p:nvPr>
            <p:ph type="body" sz="quarter" idx="13"/>
          </p:nvPr>
        </p:nvSpPr>
        <p:spPr>
          <a:xfrm>
            <a:off x="1365250" y="1432522"/>
            <a:ext cx="5473700" cy="693381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17"/>
          <p:cNvSpPr>
            <a:spLocks noGrp="1"/>
          </p:cNvSpPr>
          <p:nvPr>
            <p:ph type="body" sz="quarter" idx="14"/>
          </p:nvPr>
        </p:nvSpPr>
        <p:spPr>
          <a:xfrm>
            <a:off x="1365250" y="2557793"/>
            <a:ext cx="5473700" cy="693381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17"/>
          <p:cNvSpPr>
            <a:spLocks noGrp="1"/>
          </p:cNvSpPr>
          <p:nvPr>
            <p:ph type="body" sz="quarter" idx="15"/>
          </p:nvPr>
        </p:nvSpPr>
        <p:spPr>
          <a:xfrm>
            <a:off x="1365250" y="3653093"/>
            <a:ext cx="5473700" cy="693381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17"/>
          <p:cNvSpPr>
            <a:spLocks noGrp="1"/>
          </p:cNvSpPr>
          <p:nvPr>
            <p:ph type="body" sz="quarter" idx="17" hasCustomPrompt="1"/>
          </p:nvPr>
        </p:nvSpPr>
        <p:spPr>
          <a:xfrm>
            <a:off x="575610" y="2552550"/>
            <a:ext cx="698624" cy="693381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4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2</a:t>
            </a:r>
          </a:p>
        </p:txBody>
      </p:sp>
      <p:sp>
        <p:nvSpPr>
          <p:cNvPr id="29" name="Text Placeholder 17"/>
          <p:cNvSpPr>
            <a:spLocks noGrp="1"/>
          </p:cNvSpPr>
          <p:nvPr>
            <p:ph type="body" sz="quarter" idx="18" hasCustomPrompt="1"/>
          </p:nvPr>
        </p:nvSpPr>
        <p:spPr>
          <a:xfrm>
            <a:off x="575611" y="3651140"/>
            <a:ext cx="698624" cy="693381"/>
          </a:xfrm>
          <a:prstGeom prst="rect">
            <a:avLst/>
          </a:prstGeom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4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3</a:t>
            </a:r>
          </a:p>
        </p:txBody>
      </p:sp>
      <p:sp>
        <p:nvSpPr>
          <p:cNvPr id="13" name="Text Placeholder 17"/>
          <p:cNvSpPr>
            <a:spLocks noGrp="1"/>
          </p:cNvSpPr>
          <p:nvPr>
            <p:ph type="body" sz="quarter" idx="19" hasCustomPrompt="1"/>
          </p:nvPr>
        </p:nvSpPr>
        <p:spPr>
          <a:xfrm>
            <a:off x="575610" y="1427248"/>
            <a:ext cx="698624" cy="693381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4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3053872667"/>
      </p:ext>
    </p:extLst>
  </p:cSld>
  <p:clrMapOvr>
    <a:masterClrMapping/>
  </p:clrMapOvr>
  <p:transition spd="slow">
    <p:wip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Circled_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Oval 11"/>
          <p:cNvSpPr/>
          <p:nvPr/>
        </p:nvSpPr>
        <p:spPr>
          <a:xfrm>
            <a:off x="575611" y="1979318"/>
            <a:ext cx="464815" cy="464815"/>
          </a:xfrm>
          <a:prstGeom prst="ellipse">
            <a:avLst/>
          </a:prstGeom>
          <a:solidFill>
            <a:srgbClr val="38C6F4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ln>
                <a:solidFill>
                  <a:schemeClr val="bg2"/>
                </a:solidFill>
              </a:ln>
              <a:solidFill>
                <a:schemeClr val="accent5"/>
              </a:solidFill>
              <a:cs typeface="Arial"/>
            </a:endParaRPr>
          </a:p>
        </p:txBody>
      </p:sp>
      <p:sp>
        <p:nvSpPr>
          <p:cNvPr id="15" name="Oval 14"/>
          <p:cNvSpPr/>
          <p:nvPr/>
        </p:nvSpPr>
        <p:spPr>
          <a:xfrm>
            <a:off x="575610" y="1328927"/>
            <a:ext cx="464815" cy="464815"/>
          </a:xfrm>
          <a:prstGeom prst="ellipse">
            <a:avLst/>
          </a:prstGeom>
          <a:solidFill>
            <a:srgbClr val="00394F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ln>
                <a:solidFill>
                  <a:schemeClr val="bg2"/>
                </a:solidFill>
              </a:ln>
              <a:solidFill>
                <a:schemeClr val="accent5"/>
              </a:solidFill>
              <a:cs typeface="Arial"/>
            </a:endParaRPr>
          </a:p>
        </p:txBody>
      </p:sp>
      <p:sp>
        <p:nvSpPr>
          <p:cNvPr id="22" name="Oval 21"/>
          <p:cNvSpPr/>
          <p:nvPr/>
        </p:nvSpPr>
        <p:spPr>
          <a:xfrm>
            <a:off x="575611" y="2627446"/>
            <a:ext cx="464815" cy="464815"/>
          </a:xfrm>
          <a:prstGeom prst="ellipse">
            <a:avLst/>
          </a:prstGeom>
          <a:solidFill>
            <a:schemeClr val="bg2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ln>
                <a:solidFill>
                  <a:schemeClr val="bg2"/>
                </a:solidFill>
              </a:ln>
              <a:solidFill>
                <a:schemeClr val="accent5"/>
              </a:solidFill>
              <a:cs typeface="Arial"/>
            </a:endParaRPr>
          </a:p>
        </p:txBody>
      </p:sp>
      <p:sp>
        <p:nvSpPr>
          <p:cNvPr id="24" name="Text Placeholder 17"/>
          <p:cNvSpPr>
            <a:spLocks noGrp="1"/>
          </p:cNvSpPr>
          <p:nvPr>
            <p:ph type="body" sz="quarter" idx="13"/>
          </p:nvPr>
        </p:nvSpPr>
        <p:spPr>
          <a:xfrm>
            <a:off x="1172384" y="1334842"/>
            <a:ext cx="5678748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17"/>
          <p:cNvSpPr>
            <a:spLocks noGrp="1"/>
          </p:cNvSpPr>
          <p:nvPr>
            <p:ph type="body" sz="quarter" idx="14"/>
          </p:nvPr>
        </p:nvSpPr>
        <p:spPr>
          <a:xfrm>
            <a:off x="1172385" y="1984561"/>
            <a:ext cx="5678748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17"/>
          <p:cNvSpPr>
            <a:spLocks noGrp="1"/>
          </p:cNvSpPr>
          <p:nvPr>
            <p:ph type="body" sz="quarter" idx="15"/>
          </p:nvPr>
        </p:nvSpPr>
        <p:spPr>
          <a:xfrm>
            <a:off x="1172385" y="2627446"/>
            <a:ext cx="5678748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17"/>
          <p:cNvSpPr>
            <a:spLocks noGrp="1"/>
          </p:cNvSpPr>
          <p:nvPr>
            <p:ph type="body" sz="quarter" idx="16" hasCustomPrompt="1"/>
          </p:nvPr>
        </p:nvSpPr>
        <p:spPr>
          <a:xfrm>
            <a:off x="575611" y="1327521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2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1</a:t>
            </a:r>
          </a:p>
        </p:txBody>
      </p:sp>
      <p:sp>
        <p:nvSpPr>
          <p:cNvPr id="28" name="Text Placeholder 17"/>
          <p:cNvSpPr>
            <a:spLocks noGrp="1"/>
          </p:cNvSpPr>
          <p:nvPr>
            <p:ph type="body" sz="quarter" idx="17" hasCustomPrompt="1"/>
          </p:nvPr>
        </p:nvSpPr>
        <p:spPr>
          <a:xfrm>
            <a:off x="575611" y="1979318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2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2</a:t>
            </a:r>
          </a:p>
        </p:txBody>
      </p:sp>
      <p:sp>
        <p:nvSpPr>
          <p:cNvPr id="29" name="Text Placeholder 17"/>
          <p:cNvSpPr>
            <a:spLocks noGrp="1"/>
          </p:cNvSpPr>
          <p:nvPr>
            <p:ph type="body" sz="quarter" idx="18" hasCustomPrompt="1"/>
          </p:nvPr>
        </p:nvSpPr>
        <p:spPr>
          <a:xfrm>
            <a:off x="575612" y="2625493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2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3</a:t>
            </a:r>
          </a:p>
        </p:txBody>
      </p:sp>
      <p:sp>
        <p:nvSpPr>
          <p:cNvPr id="13" name="Oval 12"/>
          <p:cNvSpPr/>
          <p:nvPr/>
        </p:nvSpPr>
        <p:spPr>
          <a:xfrm>
            <a:off x="575612" y="3274581"/>
            <a:ext cx="464815" cy="464815"/>
          </a:xfrm>
          <a:prstGeom prst="ellipse">
            <a:avLst/>
          </a:prstGeom>
          <a:solidFill>
            <a:schemeClr val="accent6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ln>
                <a:solidFill>
                  <a:schemeClr val="bg2"/>
                </a:solidFill>
              </a:ln>
              <a:solidFill>
                <a:schemeClr val="accent5"/>
              </a:solidFill>
              <a:cs typeface="Arial"/>
            </a:endParaRPr>
          </a:p>
        </p:txBody>
      </p:sp>
      <p:sp>
        <p:nvSpPr>
          <p:cNvPr id="14" name="Text Placeholder 17"/>
          <p:cNvSpPr>
            <a:spLocks noGrp="1"/>
          </p:cNvSpPr>
          <p:nvPr>
            <p:ph type="body" sz="quarter" idx="19"/>
          </p:nvPr>
        </p:nvSpPr>
        <p:spPr>
          <a:xfrm>
            <a:off x="1172386" y="3274581"/>
            <a:ext cx="5678748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7"/>
          <p:cNvSpPr>
            <a:spLocks noGrp="1"/>
          </p:cNvSpPr>
          <p:nvPr>
            <p:ph type="body" sz="quarter" idx="20" hasCustomPrompt="1"/>
          </p:nvPr>
        </p:nvSpPr>
        <p:spPr>
          <a:xfrm>
            <a:off x="575613" y="3272628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2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4</a:t>
            </a:r>
          </a:p>
        </p:txBody>
      </p:sp>
      <p:sp>
        <p:nvSpPr>
          <p:cNvPr id="17" name="Oval 16"/>
          <p:cNvSpPr/>
          <p:nvPr/>
        </p:nvSpPr>
        <p:spPr>
          <a:xfrm>
            <a:off x="575613" y="3921716"/>
            <a:ext cx="464815" cy="464815"/>
          </a:xfrm>
          <a:prstGeom prst="ellipse">
            <a:avLst/>
          </a:prstGeom>
          <a:solidFill>
            <a:srgbClr val="00394F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ln>
                <a:solidFill>
                  <a:schemeClr val="bg2"/>
                </a:solidFill>
              </a:ln>
              <a:solidFill>
                <a:schemeClr val="accent5"/>
              </a:solidFill>
              <a:cs typeface="Arial"/>
            </a:endParaRPr>
          </a:p>
        </p:txBody>
      </p:sp>
      <p:sp>
        <p:nvSpPr>
          <p:cNvPr id="18" name="Text Placeholder 17"/>
          <p:cNvSpPr>
            <a:spLocks noGrp="1"/>
          </p:cNvSpPr>
          <p:nvPr>
            <p:ph type="body" sz="quarter" idx="21"/>
          </p:nvPr>
        </p:nvSpPr>
        <p:spPr>
          <a:xfrm>
            <a:off x="1172387" y="3921716"/>
            <a:ext cx="5678748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17"/>
          <p:cNvSpPr>
            <a:spLocks noGrp="1"/>
          </p:cNvSpPr>
          <p:nvPr>
            <p:ph type="body" sz="quarter" idx="22" hasCustomPrompt="1"/>
          </p:nvPr>
        </p:nvSpPr>
        <p:spPr>
          <a:xfrm>
            <a:off x="575614" y="3919763"/>
            <a:ext cx="464815" cy="461327"/>
          </a:xfrm>
          <a:prstGeom prst="rect">
            <a:avLst/>
          </a:prstGeom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2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2962125011"/>
      </p:ext>
    </p:extLst>
  </p:cSld>
  <p:clrMapOvr>
    <a:masterClrMapping/>
  </p:clrMapOvr>
  <p:transition spd="slow">
    <p:wip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6_Circled_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004C69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2" name="Oval 41"/>
          <p:cNvSpPr/>
          <p:nvPr/>
        </p:nvSpPr>
        <p:spPr>
          <a:xfrm>
            <a:off x="575611" y="1979318"/>
            <a:ext cx="464815" cy="464815"/>
          </a:xfrm>
          <a:prstGeom prst="ellipse">
            <a:avLst/>
          </a:prstGeom>
          <a:solidFill>
            <a:srgbClr val="38C6F4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43" name="Oval 42"/>
          <p:cNvSpPr/>
          <p:nvPr/>
        </p:nvSpPr>
        <p:spPr>
          <a:xfrm>
            <a:off x="575610" y="1328927"/>
            <a:ext cx="464815" cy="464815"/>
          </a:xfrm>
          <a:prstGeom prst="ellipse">
            <a:avLst/>
          </a:prstGeom>
          <a:solidFill>
            <a:srgbClr val="00394F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rgbClr val="FFFFFF"/>
              </a:solidFill>
              <a:cs typeface="Arial"/>
            </a:endParaRPr>
          </a:p>
        </p:txBody>
      </p:sp>
      <p:sp>
        <p:nvSpPr>
          <p:cNvPr id="44" name="Oval 43"/>
          <p:cNvSpPr/>
          <p:nvPr/>
        </p:nvSpPr>
        <p:spPr>
          <a:xfrm>
            <a:off x="575611" y="2627446"/>
            <a:ext cx="464815" cy="464815"/>
          </a:xfrm>
          <a:prstGeom prst="ellipse">
            <a:avLst/>
          </a:prstGeom>
          <a:solidFill>
            <a:schemeClr val="bg2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45" name="Text Placeholder 17"/>
          <p:cNvSpPr>
            <a:spLocks noGrp="1"/>
          </p:cNvSpPr>
          <p:nvPr>
            <p:ph type="body" sz="quarter" idx="13"/>
          </p:nvPr>
        </p:nvSpPr>
        <p:spPr>
          <a:xfrm>
            <a:off x="1172384" y="1334842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17"/>
          <p:cNvSpPr>
            <a:spLocks noGrp="1"/>
          </p:cNvSpPr>
          <p:nvPr>
            <p:ph type="body" sz="quarter" idx="14"/>
          </p:nvPr>
        </p:nvSpPr>
        <p:spPr>
          <a:xfrm>
            <a:off x="1172385" y="1984561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17"/>
          <p:cNvSpPr>
            <a:spLocks noGrp="1"/>
          </p:cNvSpPr>
          <p:nvPr>
            <p:ph type="body" sz="quarter" idx="15"/>
          </p:nvPr>
        </p:nvSpPr>
        <p:spPr>
          <a:xfrm>
            <a:off x="1172385" y="2627446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17"/>
          <p:cNvSpPr>
            <a:spLocks noGrp="1"/>
          </p:cNvSpPr>
          <p:nvPr>
            <p:ph type="body" sz="quarter" idx="16" hasCustomPrompt="1"/>
          </p:nvPr>
        </p:nvSpPr>
        <p:spPr>
          <a:xfrm>
            <a:off x="575611" y="1327521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1</a:t>
            </a:r>
          </a:p>
        </p:txBody>
      </p:sp>
      <p:sp>
        <p:nvSpPr>
          <p:cNvPr id="49" name="Text Placeholder 17"/>
          <p:cNvSpPr>
            <a:spLocks noGrp="1"/>
          </p:cNvSpPr>
          <p:nvPr>
            <p:ph type="body" sz="quarter" idx="17" hasCustomPrompt="1"/>
          </p:nvPr>
        </p:nvSpPr>
        <p:spPr>
          <a:xfrm>
            <a:off x="575611" y="1979318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2</a:t>
            </a:r>
          </a:p>
        </p:txBody>
      </p:sp>
      <p:sp>
        <p:nvSpPr>
          <p:cNvPr id="50" name="Text Placeholder 17"/>
          <p:cNvSpPr>
            <a:spLocks noGrp="1"/>
          </p:cNvSpPr>
          <p:nvPr>
            <p:ph type="body" sz="quarter" idx="18" hasCustomPrompt="1"/>
          </p:nvPr>
        </p:nvSpPr>
        <p:spPr>
          <a:xfrm>
            <a:off x="575612" y="2625493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3</a:t>
            </a:r>
          </a:p>
        </p:txBody>
      </p:sp>
      <p:sp>
        <p:nvSpPr>
          <p:cNvPr id="51" name="Oval 50"/>
          <p:cNvSpPr/>
          <p:nvPr/>
        </p:nvSpPr>
        <p:spPr>
          <a:xfrm>
            <a:off x="575612" y="3274581"/>
            <a:ext cx="464815" cy="464815"/>
          </a:xfrm>
          <a:prstGeom prst="ellipse">
            <a:avLst/>
          </a:prstGeom>
          <a:solidFill>
            <a:schemeClr val="accent6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52" name="Text Placeholder 17"/>
          <p:cNvSpPr>
            <a:spLocks noGrp="1"/>
          </p:cNvSpPr>
          <p:nvPr>
            <p:ph type="body" sz="quarter" idx="19"/>
          </p:nvPr>
        </p:nvSpPr>
        <p:spPr>
          <a:xfrm>
            <a:off x="1172386" y="3274581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3" name="Text Placeholder 17"/>
          <p:cNvSpPr>
            <a:spLocks noGrp="1"/>
          </p:cNvSpPr>
          <p:nvPr>
            <p:ph type="body" sz="quarter" idx="20" hasCustomPrompt="1"/>
          </p:nvPr>
        </p:nvSpPr>
        <p:spPr>
          <a:xfrm>
            <a:off x="575613" y="3272628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4</a:t>
            </a:r>
          </a:p>
        </p:txBody>
      </p:sp>
      <p:sp>
        <p:nvSpPr>
          <p:cNvPr id="54" name="Oval 53"/>
          <p:cNvSpPr/>
          <p:nvPr/>
        </p:nvSpPr>
        <p:spPr>
          <a:xfrm>
            <a:off x="575613" y="3921716"/>
            <a:ext cx="464815" cy="464815"/>
          </a:xfrm>
          <a:prstGeom prst="ellipse">
            <a:avLst/>
          </a:prstGeom>
          <a:solidFill>
            <a:schemeClr val="accent1">
              <a:lumMod val="75000"/>
            </a:schemeClr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55" name="Text Placeholder 17"/>
          <p:cNvSpPr>
            <a:spLocks noGrp="1"/>
          </p:cNvSpPr>
          <p:nvPr>
            <p:ph type="body" sz="quarter" idx="21"/>
          </p:nvPr>
        </p:nvSpPr>
        <p:spPr>
          <a:xfrm>
            <a:off x="1172387" y="3921716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6" name="Text Placeholder 17"/>
          <p:cNvSpPr>
            <a:spLocks noGrp="1"/>
          </p:cNvSpPr>
          <p:nvPr>
            <p:ph type="body" sz="quarter" idx="22" hasCustomPrompt="1"/>
          </p:nvPr>
        </p:nvSpPr>
        <p:spPr>
          <a:xfrm>
            <a:off x="575614" y="3919763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5</a:t>
            </a:r>
          </a:p>
        </p:txBody>
      </p:sp>
      <p:sp>
        <p:nvSpPr>
          <p:cNvPr id="57" name="Oval 56"/>
          <p:cNvSpPr/>
          <p:nvPr/>
        </p:nvSpPr>
        <p:spPr>
          <a:xfrm>
            <a:off x="4414576" y="1983084"/>
            <a:ext cx="464815" cy="464815"/>
          </a:xfrm>
          <a:prstGeom prst="ellipse">
            <a:avLst/>
          </a:prstGeom>
          <a:solidFill>
            <a:schemeClr val="accent6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58" name="Oval 57"/>
          <p:cNvSpPr/>
          <p:nvPr/>
        </p:nvSpPr>
        <p:spPr>
          <a:xfrm>
            <a:off x="4414575" y="1332693"/>
            <a:ext cx="464815" cy="464815"/>
          </a:xfrm>
          <a:prstGeom prst="ellipse">
            <a:avLst/>
          </a:prstGeom>
          <a:solidFill>
            <a:srgbClr val="00394F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59" name="Oval 58"/>
          <p:cNvSpPr/>
          <p:nvPr/>
        </p:nvSpPr>
        <p:spPr>
          <a:xfrm>
            <a:off x="4414576" y="2631212"/>
            <a:ext cx="464815" cy="464815"/>
          </a:xfrm>
          <a:prstGeom prst="ellipse">
            <a:avLst/>
          </a:prstGeom>
          <a:solidFill>
            <a:schemeClr val="accent5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60" name="Text Placeholder 17"/>
          <p:cNvSpPr>
            <a:spLocks noGrp="1"/>
          </p:cNvSpPr>
          <p:nvPr>
            <p:ph type="body" sz="quarter" idx="23"/>
          </p:nvPr>
        </p:nvSpPr>
        <p:spPr>
          <a:xfrm>
            <a:off x="5011349" y="1338608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1" name="Text Placeholder 17"/>
          <p:cNvSpPr>
            <a:spLocks noGrp="1"/>
          </p:cNvSpPr>
          <p:nvPr>
            <p:ph type="body" sz="quarter" idx="24"/>
          </p:nvPr>
        </p:nvSpPr>
        <p:spPr>
          <a:xfrm>
            <a:off x="5011350" y="1988327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2" name="Text Placeholder 17"/>
          <p:cNvSpPr>
            <a:spLocks noGrp="1"/>
          </p:cNvSpPr>
          <p:nvPr>
            <p:ph type="body" sz="quarter" idx="25"/>
          </p:nvPr>
        </p:nvSpPr>
        <p:spPr>
          <a:xfrm>
            <a:off x="5011350" y="2631212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3" name="Text Placeholder 17"/>
          <p:cNvSpPr>
            <a:spLocks noGrp="1"/>
          </p:cNvSpPr>
          <p:nvPr>
            <p:ph type="body" sz="quarter" idx="26" hasCustomPrompt="1"/>
          </p:nvPr>
        </p:nvSpPr>
        <p:spPr>
          <a:xfrm>
            <a:off x="4414576" y="1331287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6</a:t>
            </a:r>
          </a:p>
        </p:txBody>
      </p:sp>
      <p:sp>
        <p:nvSpPr>
          <p:cNvPr id="64" name="Text Placeholder 17"/>
          <p:cNvSpPr>
            <a:spLocks noGrp="1"/>
          </p:cNvSpPr>
          <p:nvPr>
            <p:ph type="body" sz="quarter" idx="27" hasCustomPrompt="1"/>
          </p:nvPr>
        </p:nvSpPr>
        <p:spPr>
          <a:xfrm>
            <a:off x="4414576" y="1983084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7</a:t>
            </a:r>
          </a:p>
        </p:txBody>
      </p:sp>
      <p:sp>
        <p:nvSpPr>
          <p:cNvPr id="65" name="Text Placeholder 17"/>
          <p:cNvSpPr>
            <a:spLocks noGrp="1"/>
          </p:cNvSpPr>
          <p:nvPr>
            <p:ph type="body" sz="quarter" idx="28" hasCustomPrompt="1"/>
          </p:nvPr>
        </p:nvSpPr>
        <p:spPr>
          <a:xfrm>
            <a:off x="4414577" y="2629259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8</a:t>
            </a:r>
          </a:p>
        </p:txBody>
      </p:sp>
      <p:sp>
        <p:nvSpPr>
          <p:cNvPr id="66" name="Oval 65"/>
          <p:cNvSpPr/>
          <p:nvPr/>
        </p:nvSpPr>
        <p:spPr>
          <a:xfrm>
            <a:off x="4414577" y="3278347"/>
            <a:ext cx="464815" cy="464815"/>
          </a:xfrm>
          <a:prstGeom prst="ellipse">
            <a:avLst/>
          </a:prstGeom>
          <a:solidFill>
            <a:schemeClr val="bg2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67" name="Text Placeholder 17"/>
          <p:cNvSpPr>
            <a:spLocks noGrp="1"/>
          </p:cNvSpPr>
          <p:nvPr>
            <p:ph type="body" sz="quarter" idx="29"/>
          </p:nvPr>
        </p:nvSpPr>
        <p:spPr>
          <a:xfrm>
            <a:off x="5011351" y="3278347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8" name="Text Placeholder 17"/>
          <p:cNvSpPr>
            <a:spLocks noGrp="1"/>
          </p:cNvSpPr>
          <p:nvPr>
            <p:ph type="body" sz="quarter" idx="30" hasCustomPrompt="1"/>
          </p:nvPr>
        </p:nvSpPr>
        <p:spPr>
          <a:xfrm>
            <a:off x="4414578" y="3276394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9</a:t>
            </a:r>
          </a:p>
        </p:txBody>
      </p:sp>
      <p:sp>
        <p:nvSpPr>
          <p:cNvPr id="69" name="Oval 68"/>
          <p:cNvSpPr/>
          <p:nvPr/>
        </p:nvSpPr>
        <p:spPr>
          <a:xfrm>
            <a:off x="4414578" y="3925482"/>
            <a:ext cx="464815" cy="464815"/>
          </a:xfrm>
          <a:prstGeom prst="ellipse">
            <a:avLst/>
          </a:prstGeom>
          <a:solidFill>
            <a:schemeClr val="accent1">
              <a:lumMod val="75000"/>
            </a:schemeClr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70" name="Text Placeholder 17"/>
          <p:cNvSpPr>
            <a:spLocks noGrp="1"/>
          </p:cNvSpPr>
          <p:nvPr>
            <p:ph type="body" sz="quarter" idx="31"/>
          </p:nvPr>
        </p:nvSpPr>
        <p:spPr>
          <a:xfrm>
            <a:off x="5011352" y="3925482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1" name="Text Placeholder 17"/>
          <p:cNvSpPr>
            <a:spLocks noGrp="1"/>
          </p:cNvSpPr>
          <p:nvPr>
            <p:ph type="body" sz="quarter" idx="32" hasCustomPrompt="1"/>
          </p:nvPr>
        </p:nvSpPr>
        <p:spPr>
          <a:xfrm>
            <a:off x="4414579" y="3923529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3643099958"/>
      </p:ext>
    </p:extLst>
  </p:cSld>
  <p:clrMapOvr>
    <a:masterClrMapping/>
  </p:clrMapOvr>
  <p:transition spd="slow">
    <p:wip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6"/>
          <p:cNvSpPr>
            <a:spLocks noGrp="1"/>
          </p:cNvSpPr>
          <p:nvPr>
            <p:ph type="sldNum" sz="quarter" idx="4"/>
          </p:nvPr>
        </p:nvSpPr>
        <p:spPr>
          <a:xfrm>
            <a:off x="8473441" y="4954263"/>
            <a:ext cx="676910" cy="1892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525">
                <a:solidFill>
                  <a:schemeClr val="tx2"/>
                </a:solidFill>
              </a:defRPr>
            </a:lvl1pPr>
          </a:lstStyle>
          <a:p>
            <a:pPr defTabSz="385763">
              <a:defRPr/>
            </a:pPr>
            <a:fld id="{2F5CCB13-0A32-4557-88E9-079F0C330695}" type="slidenum">
              <a:rPr lang="en-US" kern="0" smtClean="0">
                <a:solidFill>
                  <a:srgbClr val="595959"/>
                </a:solidFill>
              </a:rPr>
              <a:pPr defTabSz="385763">
                <a:defRPr/>
              </a:pPr>
              <a:t>‹#›</a:t>
            </a:fld>
            <a:endParaRPr lang="en-US" kern="0" dirty="0">
              <a:solidFill>
                <a:srgbClr val="595959"/>
              </a:solidFill>
            </a:endParaRPr>
          </a:p>
        </p:txBody>
      </p:sp>
      <p:sp>
        <p:nvSpPr>
          <p:cNvPr id="6" name="Rectangle 2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1" y="41393"/>
            <a:ext cx="9144000" cy="7575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lnSpc>
                <a:spcPct val="100000"/>
              </a:lnSpc>
              <a:defRPr sz="2400"/>
            </a:lvl1pPr>
          </a:lstStyle>
          <a:p>
            <a:pPr lvl="0"/>
            <a:r>
              <a:rPr lang="pl-PL" dirty="0">
                <a:sym typeface="Arial" pitchFamily="34" charset="0"/>
              </a:rPr>
              <a:t>Tytuł</a:t>
            </a:r>
            <a:endParaRPr lang="en-US" dirty="0">
              <a:sym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7996623"/>
      </p:ext>
    </p:extLst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69925010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ajd tytuł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41910" y="1885950"/>
            <a:ext cx="6686549" cy="1697086"/>
          </a:xfrm>
        </p:spPr>
        <p:txBody>
          <a:bodyPr anchor="b">
            <a:normAutofit/>
          </a:bodyPr>
          <a:lstStyle>
            <a:lvl1pPr>
              <a:defRPr sz="4050"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41910" y="3583035"/>
            <a:ext cx="6686549" cy="844712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l-PL"/>
              <a:t>Kliknij, aby edytować styl wzorca podtytułu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11/21/2022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l-PL" dirty="0"/>
              <a:t>Wydawnictwo informatyczne ITSTART. Piekary Śląskie.</a:t>
            </a:r>
            <a:endParaRPr lang="en-US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3242858"/>
            <a:ext cx="1308489" cy="583942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98860" y="3397155"/>
            <a:ext cx="584825" cy="273844"/>
          </a:xfr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732070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ytuł i 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4694" y="468082"/>
            <a:ext cx="6683765" cy="960668"/>
          </a:xfrm>
        </p:spPr>
        <p:txBody>
          <a:bodyPr/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41909" y="1600200"/>
            <a:ext cx="6686550" cy="2833217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11/21/2022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3141" y="535782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855633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Nagłówek sekcj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1910" y="1544063"/>
            <a:ext cx="6686549" cy="1101600"/>
          </a:xfrm>
        </p:spPr>
        <p:txBody>
          <a:bodyPr anchor="b"/>
          <a:lstStyle>
            <a:lvl1pPr algn="l">
              <a:defRPr sz="3000" b="0" cap="none"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1910" y="2647597"/>
            <a:ext cx="6686549" cy="645300"/>
          </a:xfrm>
        </p:spPr>
        <p:txBody>
          <a:bodyPr anchor="t"/>
          <a:lstStyle>
            <a:lvl1pPr marL="0" indent="0" algn="l">
              <a:buNone/>
              <a:defRPr sz="15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11/21/2022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3141" y="2383632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98860" y="2433105"/>
            <a:ext cx="584825" cy="273844"/>
          </a:xfr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05453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41909" y="1600200"/>
            <a:ext cx="3235398" cy="2833217"/>
          </a:xfrm>
        </p:spPr>
        <p:txBody>
          <a:bodyPr>
            <a:normAutofit/>
          </a:bodyPr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93060" y="1594666"/>
            <a:ext cx="3235398" cy="2833217"/>
          </a:xfrm>
        </p:spPr>
        <p:txBody>
          <a:bodyPr>
            <a:normAutofit/>
          </a:bodyPr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11/21/2022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3141" y="535782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98860" y="590837"/>
            <a:ext cx="584825" cy="273844"/>
          </a:xfr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401513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ów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04530" y="1479527"/>
            <a:ext cx="2994549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941909" y="1911725"/>
            <a:ext cx="3257170" cy="2515545"/>
          </a:xfrm>
        </p:spPr>
        <p:txBody>
          <a:bodyPr>
            <a:normAutofit/>
          </a:bodyPr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29972" y="1477106"/>
            <a:ext cx="2999251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375218" y="1909304"/>
            <a:ext cx="3254006" cy="2515545"/>
          </a:xfrm>
        </p:spPr>
        <p:txBody>
          <a:bodyPr>
            <a:normAutofit/>
          </a:bodyPr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11/21/2022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3141" y="535782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98860" y="590837"/>
            <a:ext cx="584825" cy="273844"/>
          </a:xfr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126853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11/21/2022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3141" y="535782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365294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us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11/21/2022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3141" y="535782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737295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Zawartość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1910" y="334566"/>
            <a:ext cx="2628899" cy="732234"/>
          </a:xfrm>
        </p:spPr>
        <p:txBody>
          <a:bodyPr anchor="b"/>
          <a:lstStyle>
            <a:lvl1pPr algn="l">
              <a:defRPr sz="1500" b="0"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42259" y="334567"/>
            <a:ext cx="3886200" cy="4061222"/>
          </a:xfrm>
        </p:spPr>
        <p:txBody>
          <a:bodyPr anchor="ctr">
            <a:normAutofit/>
          </a:bodyPr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1910" y="1198960"/>
            <a:ext cx="2628899" cy="319682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11/21/2022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3141" y="535782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308603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az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1910" y="3600450"/>
            <a:ext cx="6686550" cy="425054"/>
          </a:xfrm>
        </p:spPr>
        <p:txBody>
          <a:bodyPr anchor="b">
            <a:normAutofit/>
          </a:bodyPr>
          <a:lstStyle>
            <a:lvl1pPr algn="l">
              <a:defRPr sz="1800" b="0"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41909" y="476224"/>
            <a:ext cx="6686550" cy="2891228"/>
          </a:xfrm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pl-PL"/>
              <a:t>Kliknij ikonę, aby dodać obraz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1910" y="4025504"/>
            <a:ext cx="6686550" cy="370284"/>
          </a:xfrm>
        </p:spPr>
        <p:txBody>
          <a:bodyPr>
            <a:normAutofit/>
          </a:bodyPr>
          <a:lstStyle>
            <a:lvl1pPr marL="0" indent="0">
              <a:buNone/>
              <a:defRPr sz="9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11/21/2022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3141" y="3683794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98860" y="3737316"/>
            <a:ext cx="584825" cy="273844"/>
          </a:xfr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739107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ytuł i po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1910" y="457200"/>
            <a:ext cx="6686549" cy="2337780"/>
          </a:xfrm>
        </p:spPr>
        <p:txBody>
          <a:bodyPr anchor="ctr">
            <a:normAutofit/>
          </a:bodyPr>
          <a:lstStyle>
            <a:lvl1pPr algn="l">
              <a:defRPr sz="3600" b="0" cap="none"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1910" y="3265535"/>
            <a:ext cx="6686549" cy="1166898"/>
          </a:xfrm>
        </p:spPr>
        <p:txBody>
          <a:bodyPr anchor="ctr">
            <a:normAutofit/>
          </a:bodyPr>
          <a:lstStyle>
            <a:lvl1pPr marL="0" indent="0" algn="l">
              <a:buNone/>
              <a:defRPr sz="135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11/21/2022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3141" y="2383632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98860" y="2433105"/>
            <a:ext cx="584825" cy="273844"/>
          </a:xfrm>
        </p:spPr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576681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ferta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37462" y="457200"/>
            <a:ext cx="6295445" cy="2171700"/>
          </a:xfrm>
        </p:spPr>
        <p:txBody>
          <a:bodyPr anchor="ctr">
            <a:normAutofit/>
          </a:bodyPr>
          <a:lstStyle>
            <a:lvl1pPr algn="l">
              <a:defRPr sz="3600" b="0" cap="none"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56259" y="2628900"/>
            <a:ext cx="5652416" cy="28575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1910" y="3265535"/>
            <a:ext cx="6686549" cy="1166898"/>
          </a:xfrm>
        </p:spPr>
        <p:txBody>
          <a:bodyPr anchor="ctr">
            <a:normAutofit/>
          </a:bodyPr>
          <a:lstStyle>
            <a:lvl1pPr marL="0" indent="0" algn="l">
              <a:buNone/>
              <a:defRPr sz="135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11/21/2022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3141" y="2383632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98860" y="2433105"/>
            <a:ext cx="584825" cy="273844"/>
          </a:xfrm>
        </p:spPr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1850739" y="486004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36139" y="2178980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35141348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arta naz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1910" y="1828800"/>
            <a:ext cx="6686550" cy="2043634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1910" y="3886200"/>
            <a:ext cx="6686550" cy="547217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pl-PL"/>
              <a:t>Kliknij, aby edytować style wzorca tekstu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11/21/2022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3141" y="3683794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98860" y="3737316"/>
            <a:ext cx="584825" cy="273844"/>
          </a:xfr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194366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arta nazwy cytat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137462" y="457200"/>
            <a:ext cx="6295445" cy="2171700"/>
          </a:xfrm>
        </p:spPr>
        <p:txBody>
          <a:bodyPr anchor="ctr">
            <a:normAutofit/>
          </a:bodyPr>
          <a:lstStyle>
            <a:lvl1pPr algn="l">
              <a:defRPr sz="3600" b="0" cap="none"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1909" y="3257550"/>
            <a:ext cx="6686550" cy="62865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1800">
                <a:solidFill>
                  <a:schemeClr val="accent1"/>
                </a:solidFill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1910" y="3886200"/>
            <a:ext cx="6686550" cy="547217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pl-PL"/>
              <a:t>Kliknij, aby edytować style wzorca tekstu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11/21/2022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3141" y="3683794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98860" y="3737316"/>
            <a:ext cx="584825" cy="273844"/>
          </a:xfrm>
        </p:spPr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1850739" y="486004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36139" y="2178980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84728617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rawda lub fał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1910" y="470555"/>
            <a:ext cx="6686549" cy="2160015"/>
          </a:xfrm>
        </p:spPr>
        <p:txBody>
          <a:bodyPr anchor="ctr">
            <a:normAutofit/>
          </a:bodyPr>
          <a:lstStyle>
            <a:lvl1pPr algn="l">
              <a:defRPr sz="3600" b="0"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1909" y="3257550"/>
            <a:ext cx="6686550" cy="62865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1800">
                <a:solidFill>
                  <a:schemeClr val="accent1"/>
                </a:solidFill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1910" y="3886200"/>
            <a:ext cx="6686550" cy="547217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pl-PL"/>
              <a:t>Kliknij, aby edytować style wzorca tekstu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11/21/2022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3141" y="3683794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98860" y="3737316"/>
            <a:ext cx="584825" cy="273844"/>
          </a:xfrm>
        </p:spPr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907323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ytuł i tekst pion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11/21/2022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3141" y="535782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472874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ytuł pionowy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971109" y="470554"/>
            <a:ext cx="1655701" cy="3962863"/>
          </a:xfrm>
        </p:spPr>
        <p:txBody>
          <a:bodyPr vert="eaVert" anchor="ctr"/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41909" y="470554"/>
            <a:ext cx="4857750" cy="3962863"/>
          </a:xfrm>
        </p:spPr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11/21/2022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3141" y="535782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499582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Title Slide-animated gradi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Subtitle 2"/>
          <p:cNvSpPr>
            <a:spLocks noGrp="1"/>
          </p:cNvSpPr>
          <p:nvPr>
            <p:ph type="subTitle" idx="1"/>
          </p:nvPr>
        </p:nvSpPr>
        <p:spPr>
          <a:xfrm>
            <a:off x="469496" y="3809526"/>
            <a:ext cx="4319105" cy="288131"/>
          </a:xfrm>
          <a:prstGeom prst="rect">
            <a:avLst/>
          </a:prstGeom>
        </p:spPr>
        <p:txBody>
          <a:bodyPr lIns="91420" tIns="45710" rIns="91420" bIns="45710" anchor="b" anchorCtr="0">
            <a:noAutofit/>
          </a:bodyPr>
          <a:lstStyle>
            <a:lvl1pPr marL="0" indent="0" algn="l">
              <a:buNone/>
              <a:defRPr sz="1200" b="0" i="0">
                <a:solidFill>
                  <a:schemeClr val="accent5"/>
                </a:solidFill>
                <a:latin typeface="+mn-lt"/>
                <a:cs typeface="CiscoSans"/>
              </a:defRPr>
            </a:lvl1pPr>
            <a:lvl2pPr marL="34285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7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57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44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29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1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0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28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7" name="Text Placeholder 38"/>
          <p:cNvSpPr>
            <a:spLocks noGrp="1"/>
          </p:cNvSpPr>
          <p:nvPr>
            <p:ph type="body" sz="quarter" idx="11"/>
          </p:nvPr>
        </p:nvSpPr>
        <p:spPr>
          <a:xfrm>
            <a:off x="469496" y="4049523"/>
            <a:ext cx="4319105" cy="28813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 algn="l">
              <a:buFontTx/>
              <a:buNone/>
              <a:defRPr lang="en-US" sz="1200" b="0" i="0" kern="1200" dirty="0" smtClean="0">
                <a:solidFill>
                  <a:schemeClr val="accent5"/>
                </a:solidFill>
                <a:latin typeface="+mn-lt"/>
                <a:ea typeface="+mn-ea"/>
                <a:cs typeface="CiscoSans ExtraLight" pitchFamily="34" charset="0"/>
              </a:defRPr>
            </a:lvl1pPr>
            <a:lvl2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0"/>
          <p:cNvSpPr>
            <a:spLocks noGrp="1"/>
          </p:cNvSpPr>
          <p:nvPr>
            <p:ph type="body" sz="quarter" idx="12"/>
          </p:nvPr>
        </p:nvSpPr>
        <p:spPr>
          <a:xfrm>
            <a:off x="469496" y="4289520"/>
            <a:ext cx="4319105" cy="28813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 algn="l">
              <a:buFontTx/>
              <a:buNone/>
              <a:defRPr lang="en-US" sz="1200" b="0" i="0" kern="1200" dirty="0" smtClean="0">
                <a:solidFill>
                  <a:schemeClr val="accent5"/>
                </a:solidFill>
                <a:latin typeface="+mn-lt"/>
                <a:ea typeface="+mn-ea"/>
                <a:cs typeface="CiscoSans ExtraLight" pitchFamily="34" charset="0"/>
              </a:defRPr>
            </a:lvl1pPr>
            <a:lvl2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463292" y="2872236"/>
            <a:ext cx="5925246" cy="29900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>
              <a:buFont typeface="Arial" panose="020B0604020202020204" pitchFamily="34" charset="0"/>
              <a:buNone/>
              <a:defRPr sz="2000" baseline="0">
                <a:solidFill>
                  <a:schemeClr val="bg2"/>
                </a:solidFill>
                <a:latin typeface="+mj-lt"/>
              </a:defRPr>
            </a:lvl1pPr>
            <a:lvl2pPr marL="304781" indent="0">
              <a:buNone/>
              <a:defRPr/>
            </a:lvl2pPr>
            <a:lvl3pPr marL="427401" indent="0">
              <a:buNone/>
              <a:defRPr/>
            </a:lvl3pPr>
            <a:lvl4pPr marL="516694" indent="0">
              <a:buNone/>
              <a:defRPr/>
            </a:lvl4pPr>
            <a:lvl5pPr marL="601221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itle 1"/>
          <p:cNvSpPr>
            <a:spLocks noGrp="1"/>
          </p:cNvSpPr>
          <p:nvPr>
            <p:ph type="ctrTitle"/>
          </p:nvPr>
        </p:nvSpPr>
        <p:spPr>
          <a:xfrm>
            <a:off x="425765" y="2300750"/>
            <a:ext cx="5955513" cy="644730"/>
          </a:xfrm>
          <a:prstGeom prst="rect">
            <a:avLst/>
          </a:prstGeom>
        </p:spPr>
        <p:txBody>
          <a:bodyPr anchor="b"/>
          <a:lstStyle>
            <a:lvl1pPr marL="0" indent="0" algn="l">
              <a:lnSpc>
                <a:spcPct val="90000"/>
              </a:lnSpc>
              <a:buFont typeface="Arial" panose="020B0604020202020204" pitchFamily="34" charset="0"/>
              <a:buNone/>
              <a:defRPr sz="3600" b="0" i="0" spc="0" baseline="0">
                <a:solidFill>
                  <a:srgbClr val="38C6F4"/>
                </a:solidFill>
                <a:latin typeface="+mj-lt"/>
                <a:cs typeface="CiscoSans Thin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4" name="Obraz 3" descr="Obraz zawierający tekst, clipart&#10;&#10;Opis wygenerowany automatycznie">
            <a:extLst>
              <a:ext uri="{FF2B5EF4-FFF2-40B4-BE49-F238E27FC236}">
                <a16:creationId xmlns:a16="http://schemas.microsoft.com/office/drawing/2014/main" id="{3263D56B-0888-430C-B990-3146506F0C2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3151" y="75185"/>
            <a:ext cx="1444499" cy="318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7370173"/>
      </p:ext>
    </p:extLst>
  </p:cSld>
  <p:clrMapOvr>
    <a:masterClrMapping/>
  </p:clrMapOvr>
  <p:transition spd="slow">
    <p:wipe/>
  </p:transition>
  <p:extLst>
    <p:ext uri="{DCECCB84-F9BA-43D5-87BE-67443E8EF086}">
      <p15:sldGuideLst xmlns:p15="http://schemas.microsoft.com/office/powerpoint/2012/main">
        <p15:guide id="1" orient="horz" pos="228">
          <p15:clr>
            <a:srgbClr val="FBAE40"/>
          </p15:clr>
        </p15:guide>
        <p15:guide id="2" pos="360">
          <p15:clr>
            <a:srgbClr val="FBAE40"/>
          </p15:clr>
        </p15:guide>
        <p15:guide id="3" orient="horz" pos="518">
          <p15:clr>
            <a:srgbClr val="FBAE40"/>
          </p15:clr>
        </p15:guide>
        <p15:guide id="4" pos="812">
          <p15:clr>
            <a:srgbClr val="FBAE40"/>
          </p15:clr>
        </p15:guide>
        <p15:guide id="5" pos="311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6"/>
          <p:cNvSpPr>
            <a:spLocks noGrp="1"/>
          </p:cNvSpPr>
          <p:nvPr>
            <p:ph type="sldNum" sz="quarter" idx="4"/>
          </p:nvPr>
        </p:nvSpPr>
        <p:spPr>
          <a:xfrm>
            <a:off x="8473441" y="4954263"/>
            <a:ext cx="676910" cy="1892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525">
                <a:solidFill>
                  <a:schemeClr val="tx2"/>
                </a:solidFill>
              </a:defRPr>
            </a:lvl1pPr>
          </a:lstStyle>
          <a:p>
            <a:pPr defTabSz="385763">
              <a:defRPr/>
            </a:pPr>
            <a:fld id="{2F5CCB13-0A32-4557-88E9-079F0C330695}" type="slidenum">
              <a:rPr lang="en-US" kern="0" smtClean="0">
                <a:solidFill>
                  <a:srgbClr val="595959"/>
                </a:solidFill>
              </a:rPr>
              <a:pPr defTabSz="385763">
                <a:defRPr/>
              </a:pPr>
              <a:t>‹#›</a:t>
            </a:fld>
            <a:endParaRPr lang="en-US" kern="0" dirty="0">
              <a:solidFill>
                <a:srgbClr val="595959"/>
              </a:solidFill>
            </a:endParaRPr>
          </a:p>
        </p:txBody>
      </p:sp>
      <p:sp>
        <p:nvSpPr>
          <p:cNvPr id="6" name="Rectangle 2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1" y="41393"/>
            <a:ext cx="9144000" cy="7575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lnSpc>
                <a:spcPct val="100000"/>
              </a:lnSpc>
              <a:defRPr sz="2400"/>
            </a:lvl1pPr>
          </a:lstStyle>
          <a:p>
            <a:pPr lvl="0"/>
            <a:r>
              <a:rPr lang="pl-PL" dirty="0">
                <a:sym typeface="Arial" pitchFamily="34" charset="0"/>
              </a:rPr>
              <a:t>Tytuł</a:t>
            </a:r>
            <a:endParaRPr lang="en-US" dirty="0">
              <a:sym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76072825"/>
      </p:ext>
    </p:extLst>
  </p:cSld>
  <p:clrMapOvr>
    <a:masterClrMapping/>
  </p:clrMapOvr>
  <p:transition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ajd tytuł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41910" y="1885950"/>
            <a:ext cx="6686549" cy="1697086"/>
          </a:xfrm>
        </p:spPr>
        <p:txBody>
          <a:bodyPr anchor="b">
            <a:normAutofit/>
          </a:bodyPr>
          <a:lstStyle>
            <a:lvl1pPr>
              <a:defRPr sz="4050"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41910" y="3583035"/>
            <a:ext cx="6686549" cy="844712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l-PL"/>
              <a:t>Kliknij, aby edytować styl wzorca podtytułu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11/21/2022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3242858"/>
            <a:ext cx="1308489" cy="583942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98860" y="3397155"/>
            <a:ext cx="584825" cy="273844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449776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ytuł i 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4694" y="468082"/>
            <a:ext cx="6683765" cy="960668"/>
          </a:xfrm>
        </p:spPr>
        <p:txBody>
          <a:bodyPr/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41909" y="1600200"/>
            <a:ext cx="6686550" cy="2833217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11/21/2022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3141" y="535782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0291982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Nagłówek sekcj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1910" y="1544063"/>
            <a:ext cx="6686549" cy="1101600"/>
          </a:xfrm>
        </p:spPr>
        <p:txBody>
          <a:bodyPr anchor="b"/>
          <a:lstStyle>
            <a:lvl1pPr algn="l">
              <a:defRPr sz="3000" b="0" cap="none"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1910" y="2647597"/>
            <a:ext cx="6686549" cy="645300"/>
          </a:xfrm>
        </p:spPr>
        <p:txBody>
          <a:bodyPr anchor="t"/>
          <a:lstStyle>
            <a:lvl1pPr marL="0" indent="0" algn="l">
              <a:buNone/>
              <a:defRPr sz="15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11/21/2022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3141" y="2383632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98860" y="2433105"/>
            <a:ext cx="584825" cy="273844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587649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41909" y="1600200"/>
            <a:ext cx="3235398" cy="2833217"/>
          </a:xfrm>
        </p:spPr>
        <p:txBody>
          <a:bodyPr>
            <a:normAutofit/>
          </a:bodyPr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93060" y="1594666"/>
            <a:ext cx="3235398" cy="2833217"/>
          </a:xfrm>
        </p:spPr>
        <p:txBody>
          <a:bodyPr>
            <a:normAutofit/>
          </a:bodyPr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11/21/2022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3141" y="535782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98860" y="590837"/>
            <a:ext cx="584825" cy="273844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7884213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ów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04530" y="1479527"/>
            <a:ext cx="2994549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941909" y="1911725"/>
            <a:ext cx="3257170" cy="2515545"/>
          </a:xfrm>
        </p:spPr>
        <p:txBody>
          <a:bodyPr>
            <a:normAutofit/>
          </a:bodyPr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29972" y="1477106"/>
            <a:ext cx="2999251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375218" y="1909304"/>
            <a:ext cx="3254006" cy="2515545"/>
          </a:xfrm>
        </p:spPr>
        <p:txBody>
          <a:bodyPr>
            <a:normAutofit/>
          </a:bodyPr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11/21/2022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3141" y="535782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98860" y="590837"/>
            <a:ext cx="584825" cy="273844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5639026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11/21/2022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3141" y="535782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1566284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us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11/21/2022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3141" y="535782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8057959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Zawartość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1910" y="334566"/>
            <a:ext cx="2628899" cy="732234"/>
          </a:xfrm>
        </p:spPr>
        <p:txBody>
          <a:bodyPr anchor="b"/>
          <a:lstStyle>
            <a:lvl1pPr algn="l">
              <a:defRPr sz="1500" b="0"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42259" y="334567"/>
            <a:ext cx="3886200" cy="4061222"/>
          </a:xfrm>
        </p:spPr>
        <p:txBody>
          <a:bodyPr anchor="ctr">
            <a:normAutofit/>
          </a:bodyPr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1910" y="1198960"/>
            <a:ext cx="2628899" cy="319682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11/21/2022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3141" y="535782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6524709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az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1910" y="3600450"/>
            <a:ext cx="6686550" cy="425054"/>
          </a:xfrm>
        </p:spPr>
        <p:txBody>
          <a:bodyPr anchor="b">
            <a:normAutofit/>
          </a:bodyPr>
          <a:lstStyle>
            <a:lvl1pPr algn="l">
              <a:defRPr sz="1800" b="0"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41909" y="476224"/>
            <a:ext cx="6686550" cy="2891228"/>
          </a:xfrm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pl-PL"/>
              <a:t>Kliknij ikonę, aby dodać obraz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1910" y="4025504"/>
            <a:ext cx="6686550" cy="370284"/>
          </a:xfrm>
        </p:spPr>
        <p:txBody>
          <a:bodyPr>
            <a:normAutofit/>
          </a:bodyPr>
          <a:lstStyle>
            <a:lvl1pPr marL="0" indent="0">
              <a:buNone/>
              <a:defRPr sz="9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11/21/2022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3141" y="3683794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98860" y="3737316"/>
            <a:ext cx="584825" cy="273844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50308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ytuł i po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1910" y="457200"/>
            <a:ext cx="6686549" cy="2337780"/>
          </a:xfrm>
        </p:spPr>
        <p:txBody>
          <a:bodyPr anchor="ctr">
            <a:normAutofit/>
          </a:bodyPr>
          <a:lstStyle>
            <a:lvl1pPr algn="l">
              <a:defRPr sz="3600" b="0" cap="none"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1910" y="3265535"/>
            <a:ext cx="6686549" cy="1166898"/>
          </a:xfrm>
        </p:spPr>
        <p:txBody>
          <a:bodyPr anchor="ctr">
            <a:normAutofit/>
          </a:bodyPr>
          <a:lstStyle>
            <a:lvl1pPr marL="0" indent="0" algn="l">
              <a:buNone/>
              <a:defRPr sz="135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11/21/2022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3141" y="2383632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98860" y="2433105"/>
            <a:ext cx="584825" cy="273844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7145383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ferta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37462" y="457200"/>
            <a:ext cx="6295445" cy="2171700"/>
          </a:xfrm>
        </p:spPr>
        <p:txBody>
          <a:bodyPr anchor="ctr">
            <a:normAutofit/>
          </a:bodyPr>
          <a:lstStyle>
            <a:lvl1pPr algn="l">
              <a:defRPr sz="3600" b="0" cap="none"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56259" y="2628900"/>
            <a:ext cx="5652416" cy="28575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1910" y="3265535"/>
            <a:ext cx="6686549" cy="1166898"/>
          </a:xfrm>
        </p:spPr>
        <p:txBody>
          <a:bodyPr anchor="ctr">
            <a:normAutofit/>
          </a:bodyPr>
          <a:lstStyle>
            <a:lvl1pPr marL="0" indent="0" algn="l">
              <a:buNone/>
              <a:defRPr sz="135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11/21/2022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3141" y="2383632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98860" y="2433105"/>
            <a:ext cx="584825" cy="273844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1850739" y="486004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36139" y="2178980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318838698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arta naz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1910" y="1828800"/>
            <a:ext cx="6686550" cy="2043634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1910" y="3886200"/>
            <a:ext cx="6686550" cy="547217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pl-PL"/>
              <a:t>Kliknij, aby edytować style wzorca tekstu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11/21/2022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3141" y="3683794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98860" y="3737316"/>
            <a:ext cx="584825" cy="273844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7628884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arta nazwy cytat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137462" y="457200"/>
            <a:ext cx="6295445" cy="2171700"/>
          </a:xfrm>
        </p:spPr>
        <p:txBody>
          <a:bodyPr anchor="ctr">
            <a:normAutofit/>
          </a:bodyPr>
          <a:lstStyle>
            <a:lvl1pPr algn="l">
              <a:defRPr sz="3600" b="0" cap="none"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1909" y="3257550"/>
            <a:ext cx="6686550" cy="62865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1800">
                <a:solidFill>
                  <a:schemeClr val="accent1"/>
                </a:solidFill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1910" y="3886200"/>
            <a:ext cx="6686550" cy="547217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pl-PL"/>
              <a:t>Kliknij, aby edytować style wzorca tekstu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11/21/2022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3141" y="3683794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98860" y="3737316"/>
            <a:ext cx="584825" cy="273844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1850739" y="486004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36139" y="2178980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032445258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rawda lub fał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1910" y="470555"/>
            <a:ext cx="6686549" cy="2160015"/>
          </a:xfrm>
        </p:spPr>
        <p:txBody>
          <a:bodyPr anchor="ctr">
            <a:normAutofit/>
          </a:bodyPr>
          <a:lstStyle>
            <a:lvl1pPr algn="l">
              <a:defRPr sz="3600" b="0"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1909" y="3257550"/>
            <a:ext cx="6686550" cy="62865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1800">
                <a:solidFill>
                  <a:schemeClr val="accent1"/>
                </a:solidFill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1910" y="3886200"/>
            <a:ext cx="6686550" cy="547217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pl-PL"/>
              <a:t>Kliknij, aby edytować style wzorca tekstu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11/21/2022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3141" y="3683794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98860" y="3737316"/>
            <a:ext cx="584825" cy="273844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0971095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ytuł i tekst pion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11/21/2022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3141" y="535782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1688813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ytuł pionowy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971109" y="470554"/>
            <a:ext cx="1655701" cy="3962863"/>
          </a:xfrm>
        </p:spPr>
        <p:txBody>
          <a:bodyPr vert="eaVert" anchor="ctr"/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41909" y="470554"/>
            <a:ext cx="4857750" cy="3962863"/>
          </a:xfrm>
        </p:spPr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11/21/2022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3141" y="535782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45044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18" Type="http://schemas.openxmlformats.org/officeDocument/2006/relationships/slideLayout" Target="../slideLayouts/slideLayout2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8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20" Type="http://schemas.openxmlformats.org/officeDocument/2006/relationships/image" Target="../media/image1.png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21.xml"/><Relationship Id="rId19" Type="http://schemas.openxmlformats.org/officeDocument/2006/relationships/theme" Target="../theme/theme2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7.xml"/><Relationship Id="rId13" Type="http://schemas.openxmlformats.org/officeDocument/2006/relationships/slideLayout" Target="../slideLayouts/slideLayout42.xml"/><Relationship Id="rId18" Type="http://schemas.openxmlformats.org/officeDocument/2006/relationships/image" Target="../media/image1.png"/><Relationship Id="rId3" Type="http://schemas.openxmlformats.org/officeDocument/2006/relationships/slideLayout" Target="../slideLayouts/slideLayout32.xml"/><Relationship Id="rId7" Type="http://schemas.openxmlformats.org/officeDocument/2006/relationships/slideLayout" Target="../slideLayouts/slideLayout36.xml"/><Relationship Id="rId12" Type="http://schemas.openxmlformats.org/officeDocument/2006/relationships/slideLayout" Target="../slideLayouts/slideLayout41.xml"/><Relationship Id="rId17" Type="http://schemas.openxmlformats.org/officeDocument/2006/relationships/theme" Target="../theme/theme3.xml"/><Relationship Id="rId2" Type="http://schemas.openxmlformats.org/officeDocument/2006/relationships/slideLayout" Target="../slideLayouts/slideLayout31.xml"/><Relationship Id="rId16" Type="http://schemas.openxmlformats.org/officeDocument/2006/relationships/slideLayout" Target="../slideLayouts/slideLayout45.xml"/><Relationship Id="rId1" Type="http://schemas.openxmlformats.org/officeDocument/2006/relationships/slideLayout" Target="../slideLayouts/slideLayout30.xml"/><Relationship Id="rId6" Type="http://schemas.openxmlformats.org/officeDocument/2006/relationships/slideLayout" Target="../slideLayouts/slideLayout35.xml"/><Relationship Id="rId11" Type="http://schemas.openxmlformats.org/officeDocument/2006/relationships/slideLayout" Target="../slideLayouts/slideLayout40.xml"/><Relationship Id="rId5" Type="http://schemas.openxmlformats.org/officeDocument/2006/relationships/slideLayout" Target="../slideLayouts/slideLayout34.xml"/><Relationship Id="rId15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39.xml"/><Relationship Id="rId4" Type="http://schemas.openxmlformats.org/officeDocument/2006/relationships/slideLayout" Target="../slideLayouts/slideLayout33.xml"/><Relationship Id="rId9" Type="http://schemas.openxmlformats.org/officeDocument/2006/relationships/slideLayout" Target="../slideLayouts/slideLayout38.xml"/><Relationship Id="rId14" Type="http://schemas.openxmlformats.org/officeDocument/2006/relationships/slideLayout" Target="../slideLayouts/slideLayout4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flip="none"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1"/>
            </a:gs>
          </a:gsLst>
          <a:path path="circle">
            <a:fillToRect l="50000" t="50000" r="100000" b="10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5"/>
          <p:cNvSpPr>
            <a:spLocks noGrp="1"/>
          </p:cNvSpPr>
          <p:nvPr>
            <p:ph type="title"/>
          </p:nvPr>
        </p:nvSpPr>
        <p:spPr bwMode="auto">
          <a:xfrm>
            <a:off x="438150" y="341313"/>
            <a:ext cx="8345488" cy="731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24" tIns="45712" rIns="91424" bIns="45712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 dirty="0"/>
              <a:t>T</a:t>
            </a:r>
            <a:r>
              <a:rPr lang="pl-PL" altLang="en-US" dirty="0"/>
              <a:t>y</a:t>
            </a:r>
            <a:r>
              <a:rPr lang="en-GB" altLang="en-US" dirty="0"/>
              <a:t>t</a:t>
            </a:r>
            <a:r>
              <a:rPr lang="pl-PL" altLang="en-US" dirty="0" err="1"/>
              <a:t>uł</a:t>
            </a:r>
            <a:endParaRPr lang="en-GB" altLang="en-US" dirty="0"/>
          </a:p>
        </p:txBody>
      </p:sp>
      <p:sp>
        <p:nvSpPr>
          <p:cNvPr id="12" name="Rectangle 7"/>
          <p:cNvSpPr>
            <a:spLocks noChangeArrowheads="1"/>
          </p:cNvSpPr>
          <p:nvPr/>
        </p:nvSpPr>
        <p:spPr bwMode="ltGray">
          <a:xfrm>
            <a:off x="8515707" y="4742907"/>
            <a:ext cx="218414" cy="15451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61586" tIns="30792" rIns="61586" bIns="30792" anchor="b">
            <a:spAutoFit/>
          </a:bodyPr>
          <a:lstStyle/>
          <a:p>
            <a:pPr algn="r" defTabSz="610744" rtl="0" fontAlgn="auto">
              <a:spcBef>
                <a:spcPts val="0"/>
              </a:spcBef>
              <a:spcAft>
                <a:spcPts val="0"/>
              </a:spcAft>
              <a:defRPr/>
            </a:pPr>
            <a:fld id="{6A1E46DC-7EF6-4EA2-B285-14272867D133}" type="slidenum">
              <a:rPr sz="600">
                <a:solidFill>
                  <a:schemeClr val="accent3">
                    <a:lumMod val="85000"/>
                  </a:schemeClr>
                </a:solidFill>
                <a:latin typeface="+mn-lt"/>
                <a:ea typeface="+mn-ea"/>
                <a:cs typeface="CiscoSans Thin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sz="600">
              <a:solidFill>
                <a:schemeClr val="accent3">
                  <a:lumMod val="85000"/>
                </a:schemeClr>
              </a:solidFill>
              <a:latin typeface="+mn-lt"/>
              <a:ea typeface="+mn-ea"/>
              <a:cs typeface="CiscoSans Thin"/>
            </a:endParaRPr>
          </a:p>
        </p:txBody>
      </p:sp>
      <p:sp>
        <p:nvSpPr>
          <p:cNvPr id="13" name="Rectangle 4"/>
          <p:cNvSpPr>
            <a:spLocks noChangeArrowheads="1"/>
          </p:cNvSpPr>
          <p:nvPr/>
        </p:nvSpPr>
        <p:spPr bwMode="ltGray">
          <a:xfrm>
            <a:off x="6312365" y="4760160"/>
            <a:ext cx="2203342" cy="1545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61586" tIns="30792" rIns="61586" bIns="30792" anchor="b">
            <a:spAutoFit/>
          </a:bodyPr>
          <a:lstStyle/>
          <a:p>
            <a:pPr defTabSz="610744" rt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l-PL" sz="600" dirty="0">
                <a:solidFill>
                  <a:srgbClr val="000000"/>
                </a:solidFill>
                <a:latin typeface="+mn-lt"/>
                <a:ea typeface="+mn-ea"/>
                <a:cs typeface="CiscoSans Thin"/>
              </a:rPr>
              <a:t>Wydawnictwo informatyczne ITSTART. Piekary Śląskie 2022</a:t>
            </a:r>
          </a:p>
        </p:txBody>
      </p:sp>
      <p:pic>
        <p:nvPicPr>
          <p:cNvPr id="3" name="Obraz 2" descr="Obraz zawierający tekst, clipart&#10;&#10;Opis wygenerowany automatycznie">
            <a:extLst>
              <a:ext uri="{FF2B5EF4-FFF2-40B4-BE49-F238E27FC236}">
                <a16:creationId xmlns:a16="http://schemas.microsoft.com/office/drawing/2014/main" id="{E5B5301B-6235-4A25-A36C-8EA275ACAD16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320801" y="4802187"/>
            <a:ext cx="691897" cy="15240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62" r:id="rId1"/>
    <p:sldLayoutId id="2147484013" r:id="rId2"/>
    <p:sldLayoutId id="2147484014" r:id="rId3"/>
    <p:sldLayoutId id="2147483965" r:id="rId4"/>
    <p:sldLayoutId id="2147483967" r:id="rId5"/>
    <p:sldLayoutId id="2147483995" r:id="rId6"/>
    <p:sldLayoutId id="2147484007" r:id="rId7"/>
    <p:sldLayoutId id="2147484010" r:id="rId8"/>
    <p:sldLayoutId id="2147484011" r:id="rId9"/>
    <p:sldLayoutId id="2147484029" r:id="rId10"/>
    <p:sldLayoutId id="2147484031" r:id="rId11"/>
  </p:sldLayoutIdLst>
  <p:transition spd="slow">
    <p:wipe/>
  </p:transition>
  <p:txStyles>
    <p:titleStyle>
      <a:lvl1pPr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lang="en-US" sz="3200" kern="1200" dirty="0">
          <a:solidFill>
            <a:schemeClr val="accent4"/>
          </a:solidFill>
          <a:latin typeface="+mj-lt"/>
          <a:ea typeface="ＭＳ Ｐゴシック" charset="0"/>
          <a:cs typeface="CiscoSans"/>
        </a:defRPr>
      </a:lvl1pPr>
      <a:lvl2pPr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charset="0"/>
          <a:ea typeface="ＭＳ Ｐゴシック" charset="0"/>
          <a:cs typeface="CiscoSans" pitchFamily="34" charset="0"/>
        </a:defRPr>
      </a:lvl2pPr>
      <a:lvl3pPr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charset="0"/>
          <a:ea typeface="ＭＳ Ｐゴシック" charset="0"/>
          <a:cs typeface="CiscoSans" pitchFamily="34" charset="0"/>
        </a:defRPr>
      </a:lvl3pPr>
      <a:lvl4pPr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charset="0"/>
          <a:ea typeface="ＭＳ Ｐゴシック" charset="0"/>
          <a:cs typeface="CiscoSans" pitchFamily="34" charset="0"/>
        </a:defRPr>
      </a:lvl4pPr>
      <a:lvl5pPr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charset="0"/>
          <a:ea typeface="ＭＳ Ｐゴシック" charset="0"/>
          <a:cs typeface="CiscoSans" pitchFamily="34" charset="0"/>
        </a:defRPr>
      </a:lvl5pPr>
      <a:lvl6pPr marL="457200"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charset="0"/>
          <a:ea typeface="ＭＳ Ｐゴシック" charset="0"/>
        </a:defRPr>
      </a:lvl6pPr>
      <a:lvl7pPr marL="914400"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charset="0"/>
          <a:ea typeface="ＭＳ Ｐゴシック" charset="0"/>
        </a:defRPr>
      </a:lvl7pPr>
      <a:lvl8pPr marL="1371600"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charset="0"/>
          <a:ea typeface="ＭＳ Ｐゴシック" charset="0"/>
        </a:defRPr>
      </a:lvl8pPr>
      <a:lvl9pPr marL="1828800"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charset="0"/>
          <a:ea typeface="ＭＳ Ｐゴシック" charset="0"/>
        </a:defRPr>
      </a:lvl9pPr>
    </p:titleStyle>
    <p:bodyStyle>
      <a:lvl1pPr marL="169863" indent="-169863" algn="l" defTabSz="684213" rtl="0" eaLnBrk="1" fontAlgn="base" hangingPunct="1">
        <a:lnSpc>
          <a:spcPct val="95000"/>
        </a:lnSpc>
        <a:spcBef>
          <a:spcPts val="1075"/>
        </a:spcBef>
        <a:spcAft>
          <a:spcPct val="0"/>
        </a:spcAft>
        <a:buClr>
          <a:schemeClr val="tx2"/>
        </a:buClr>
        <a:buSzPct val="90000"/>
        <a:buFont typeface="Arial" charset="0"/>
        <a:buChar char="•"/>
        <a:defRPr lang="en-US" sz="1500" kern="1200" dirty="0">
          <a:solidFill>
            <a:schemeClr val="tx1"/>
          </a:solidFill>
          <a:latin typeface="+mn-lt"/>
          <a:ea typeface="ＭＳ Ｐゴシック" charset="0"/>
          <a:cs typeface="CiscoSans"/>
        </a:defRPr>
      </a:lvl1pPr>
      <a:lvl2pPr marL="358775" indent="-215900" algn="l" defTabSz="684213" rtl="0" eaLnBrk="1" fontAlgn="base" hangingPunct="1">
        <a:lnSpc>
          <a:spcPct val="95000"/>
        </a:lnSpc>
        <a:spcBef>
          <a:spcPts val="600"/>
        </a:spcBef>
        <a:spcAft>
          <a:spcPct val="0"/>
        </a:spcAft>
        <a:buClr>
          <a:schemeClr val="tx2"/>
        </a:buClr>
        <a:buFont typeface="Arial" charset="0"/>
        <a:buChar char="•"/>
        <a:defRPr lang="en-US" sz="1400" kern="1200" dirty="0">
          <a:solidFill>
            <a:schemeClr val="tx1"/>
          </a:solidFill>
          <a:latin typeface="+mn-lt"/>
          <a:ea typeface="ＭＳ Ｐゴシック" charset="0"/>
          <a:cs typeface="CiscoSans"/>
        </a:defRPr>
      </a:lvl2pPr>
      <a:lvl3pPr marL="431800" indent="-169863" algn="l" defTabSz="684213" rtl="0" eaLnBrk="1" fontAlgn="base" hangingPunct="1">
        <a:lnSpc>
          <a:spcPct val="95000"/>
        </a:lnSpc>
        <a:spcBef>
          <a:spcPts val="625"/>
        </a:spcBef>
        <a:spcAft>
          <a:spcPct val="0"/>
        </a:spcAft>
        <a:buFont typeface="Arial" charset="0"/>
        <a:buChar char="•"/>
        <a:defRPr lang="en-US" sz="1200" kern="1200" dirty="0">
          <a:solidFill>
            <a:schemeClr val="tx1"/>
          </a:solidFill>
          <a:latin typeface="+mn-lt"/>
          <a:ea typeface="ＭＳ Ｐゴシック" charset="0"/>
          <a:cs typeface="CiscoSans"/>
        </a:defRPr>
      </a:lvl3pPr>
      <a:lvl4pPr marL="503238" indent="-169863" algn="l" defTabSz="684213" rtl="0" eaLnBrk="1" fontAlgn="base" hangingPunct="1">
        <a:lnSpc>
          <a:spcPct val="95000"/>
        </a:lnSpc>
        <a:spcBef>
          <a:spcPts val="625"/>
        </a:spcBef>
        <a:spcAft>
          <a:spcPct val="0"/>
        </a:spcAft>
        <a:buFont typeface="Arial" charset="0"/>
        <a:buChar char="•"/>
        <a:defRPr lang="en-US" sz="1100" kern="1200" dirty="0">
          <a:solidFill>
            <a:schemeClr val="tx1"/>
          </a:solidFill>
          <a:latin typeface="+mn-lt"/>
          <a:ea typeface="ＭＳ Ｐゴシック" charset="0"/>
          <a:cs typeface="CiscoSans"/>
        </a:defRPr>
      </a:lvl4pPr>
      <a:lvl5pPr marL="574675" indent="-169863" algn="l" defTabSz="684213" rtl="0" eaLnBrk="1" fontAlgn="base" hangingPunct="1">
        <a:lnSpc>
          <a:spcPct val="95000"/>
        </a:lnSpc>
        <a:spcBef>
          <a:spcPts val="625"/>
        </a:spcBef>
        <a:spcAft>
          <a:spcPct val="0"/>
        </a:spcAft>
        <a:buFont typeface="Arial" charset="0"/>
        <a:buChar char="•"/>
        <a:defRPr lang="en-US" sz="1100" kern="1200" dirty="0">
          <a:solidFill>
            <a:schemeClr val="tx1"/>
          </a:solidFill>
          <a:latin typeface="+mn-lt"/>
          <a:ea typeface="ＭＳ Ｐゴシック" charset="0"/>
          <a:cs typeface="CiscoSans"/>
        </a:defRPr>
      </a:lvl5pPr>
      <a:lvl6pPr marL="863856" indent="-171445" algn="l" defTabSz="685777" rtl="0" eaLnBrk="1" latinLnBrk="0" hangingPunct="1">
        <a:spcBef>
          <a:spcPts val="600"/>
        </a:spcBef>
        <a:buFont typeface="Arial" pitchFamily="34" charset="0"/>
        <a:buChar char="•"/>
        <a:defRPr sz="9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935844" indent="-171422" algn="l" defTabSz="685777" rtl="0" eaLnBrk="1" latinLnBrk="0" hangingPunct="1">
        <a:spcBef>
          <a:spcPts val="600"/>
        </a:spcBef>
        <a:buFont typeface="Arial" pitchFamily="34" charset="0"/>
        <a:buChar char="•"/>
        <a:defRPr sz="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400220" indent="0" algn="l" defTabSz="685777" rtl="0" eaLnBrk="1" latinLnBrk="0" hangingPunct="1">
        <a:spcBef>
          <a:spcPct val="20000"/>
        </a:spcBef>
        <a:buFont typeface="Arial" pitchFamily="34" charset="0"/>
        <a:buNone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553" indent="-171445" algn="l" defTabSz="685777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886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685777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28665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555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714441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057332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400220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743110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 userDrawn="1">
          <p15:clr>
            <a:srgbClr val="F26B43"/>
          </p15:clr>
        </p15:guide>
        <p15:guide id="2" pos="336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1"/>
            </a:gs>
          </a:gsLst>
          <a:path path="circle">
            <a:fillToRect l="50000" t="50000" r="100000" b="10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171450"/>
            <a:ext cx="2138637" cy="4978971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0416" y="-589"/>
            <a:ext cx="1767506" cy="514052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944694" y="468082"/>
            <a:ext cx="6683765" cy="96066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1909" y="1600200"/>
            <a:ext cx="6686550" cy="29146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771210" y="4597828"/>
            <a:ext cx="859712" cy="2777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11/21/2022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41910" y="4601856"/>
            <a:ext cx="5714999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398860" y="590837"/>
            <a:ext cx="584825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500">
                <a:solidFill>
                  <a:srgbClr val="FEFFFF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pic>
        <p:nvPicPr>
          <p:cNvPr id="36" name="Obraz 35" descr="Obraz zawierający tekst, clipart&#10;&#10;Opis wygenerowany automatycznie">
            <a:extLst>
              <a:ext uri="{FF2B5EF4-FFF2-40B4-BE49-F238E27FC236}">
                <a16:creationId xmlns:a16="http://schemas.microsoft.com/office/drawing/2014/main" id="{AAC7B974-11C0-4587-86D9-0AE7E9B22CD8}"/>
              </a:ext>
            </a:extLst>
          </p:cNvPr>
          <p:cNvPicPr>
            <a:picLocks noChangeAspect="1"/>
          </p:cNvPicPr>
          <p:nvPr userDrawn="1"/>
        </p:nvPicPr>
        <p:blipFill>
          <a:blip r:embed="rId20"/>
          <a:stretch>
            <a:fillRect/>
          </a:stretch>
        </p:blipFill>
        <p:spPr>
          <a:xfrm>
            <a:off x="320801" y="4802187"/>
            <a:ext cx="691897" cy="15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37697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53" r:id="rId1"/>
    <p:sldLayoutId id="2147484054" r:id="rId2"/>
    <p:sldLayoutId id="2147484055" r:id="rId3"/>
    <p:sldLayoutId id="2147484056" r:id="rId4"/>
    <p:sldLayoutId id="2147484057" r:id="rId5"/>
    <p:sldLayoutId id="2147484058" r:id="rId6"/>
    <p:sldLayoutId id="2147484059" r:id="rId7"/>
    <p:sldLayoutId id="2147484060" r:id="rId8"/>
    <p:sldLayoutId id="2147484061" r:id="rId9"/>
    <p:sldLayoutId id="2147484062" r:id="rId10"/>
    <p:sldLayoutId id="2147484063" r:id="rId11"/>
    <p:sldLayoutId id="2147484064" r:id="rId12"/>
    <p:sldLayoutId id="2147484065" r:id="rId13"/>
    <p:sldLayoutId id="2147484066" r:id="rId14"/>
    <p:sldLayoutId id="2147484067" r:id="rId15"/>
    <p:sldLayoutId id="2147484068" r:id="rId16"/>
    <p:sldLayoutId id="2147484069" r:id="rId17"/>
    <p:sldLayoutId id="2147484070" r:id="rId18"/>
  </p:sldLayoutIdLst>
  <p:transition spd="slow">
    <p:wipe/>
  </p:transition>
  <p:txStyles>
    <p:titleStyle>
      <a:lvl1pPr algn="l" defTabSz="342900" rtl="0" eaLnBrk="1" latinLnBrk="0" hangingPunct="1">
        <a:spcBef>
          <a:spcPct val="0"/>
        </a:spcBef>
        <a:buNone/>
        <a:defRPr sz="27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57175" indent="-257175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charset="2"/>
        <a:buChar char=""/>
        <a:defRPr sz="13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557213" indent="-214313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8572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charset="2"/>
        <a:buChar char="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001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charset="2"/>
        <a:buChar char="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5430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charset="2"/>
        <a:buChar char="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859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charset="2"/>
        <a:buChar char="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2288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charset="2"/>
        <a:buChar char="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5717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charset="2"/>
        <a:buChar char="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9146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charset="2"/>
        <a:buChar char="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 userDrawn="1">
          <p15:clr>
            <a:srgbClr val="F26B43"/>
          </p15:clr>
        </p15:guide>
        <p15:guide id="2" pos="336" userDrawn="1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1"/>
            </a:gs>
          </a:gsLst>
          <a:path path="circle">
            <a:fillToRect l="50000" t="50000" r="100000" b="10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171450"/>
            <a:ext cx="2138637" cy="4978971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0416" y="-589"/>
            <a:ext cx="1767506" cy="514052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944694" y="468082"/>
            <a:ext cx="6683765" cy="96066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1909" y="1600200"/>
            <a:ext cx="6686550" cy="29146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771210" y="4597828"/>
            <a:ext cx="859712" cy="2777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11/21/2022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41910" y="4601856"/>
            <a:ext cx="5714999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398860" y="590837"/>
            <a:ext cx="584825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500">
                <a:solidFill>
                  <a:srgbClr val="FEFFFF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pic>
        <p:nvPicPr>
          <p:cNvPr id="36" name="Obraz 35" descr="Obraz zawierający tekst, clipart&#10;&#10;Opis wygenerowany automatycznie">
            <a:extLst>
              <a:ext uri="{FF2B5EF4-FFF2-40B4-BE49-F238E27FC236}">
                <a16:creationId xmlns:a16="http://schemas.microsoft.com/office/drawing/2014/main" id="{B2296D36-0F82-45C9-A20F-0B5EA813DF71}"/>
              </a:ext>
            </a:extLst>
          </p:cNvPr>
          <p:cNvPicPr>
            <a:picLocks noChangeAspect="1"/>
          </p:cNvPicPr>
          <p:nvPr userDrawn="1"/>
        </p:nvPicPr>
        <p:blipFill>
          <a:blip r:embed="rId18"/>
          <a:stretch>
            <a:fillRect/>
          </a:stretch>
        </p:blipFill>
        <p:spPr>
          <a:xfrm>
            <a:off x="320801" y="4802187"/>
            <a:ext cx="691897" cy="15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2127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89" r:id="rId1"/>
    <p:sldLayoutId id="2147484090" r:id="rId2"/>
    <p:sldLayoutId id="2147484091" r:id="rId3"/>
    <p:sldLayoutId id="2147484092" r:id="rId4"/>
    <p:sldLayoutId id="2147484093" r:id="rId5"/>
    <p:sldLayoutId id="2147484094" r:id="rId6"/>
    <p:sldLayoutId id="2147484095" r:id="rId7"/>
    <p:sldLayoutId id="2147484096" r:id="rId8"/>
    <p:sldLayoutId id="2147484097" r:id="rId9"/>
    <p:sldLayoutId id="2147484098" r:id="rId10"/>
    <p:sldLayoutId id="2147484099" r:id="rId11"/>
    <p:sldLayoutId id="2147484100" r:id="rId12"/>
    <p:sldLayoutId id="2147484101" r:id="rId13"/>
    <p:sldLayoutId id="2147484102" r:id="rId14"/>
    <p:sldLayoutId id="2147484103" r:id="rId15"/>
    <p:sldLayoutId id="2147484104" r:id="rId16"/>
  </p:sldLayoutIdLst>
  <p:transition spd="slow">
    <p:wipe/>
  </p:transition>
  <p:txStyles>
    <p:titleStyle>
      <a:lvl1pPr algn="l" defTabSz="342900" rtl="0" eaLnBrk="1" latinLnBrk="0" hangingPunct="1">
        <a:spcBef>
          <a:spcPct val="0"/>
        </a:spcBef>
        <a:buNone/>
        <a:defRPr sz="27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57175" indent="-257175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charset="2"/>
        <a:buChar char=""/>
        <a:defRPr sz="13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557213" indent="-214313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8572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charset="2"/>
        <a:buChar char="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001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charset="2"/>
        <a:buChar char="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5430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charset="2"/>
        <a:buChar char="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859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charset="2"/>
        <a:buChar char="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2288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charset="2"/>
        <a:buChar char="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5717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charset="2"/>
        <a:buChar char="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9146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charset="2"/>
        <a:buChar char="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 userDrawn="1">
          <p15:clr>
            <a:srgbClr val="F26B43"/>
          </p15:clr>
        </p15:guide>
        <p15:guide id="2" pos="336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8.xml"/><Relationship Id="rId1" Type="http://schemas.openxmlformats.org/officeDocument/2006/relationships/tags" Target="../tags/tag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9.xml"/><Relationship Id="rId1" Type="http://schemas.openxmlformats.org/officeDocument/2006/relationships/tags" Target="../tags/tag3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9.xml"/><Relationship Id="rId1" Type="http://schemas.openxmlformats.org/officeDocument/2006/relationships/tags" Target="../tags/tag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9.xml"/><Relationship Id="rId1" Type="http://schemas.openxmlformats.org/officeDocument/2006/relationships/tags" Target="../tags/tag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9.xml"/><Relationship Id="rId1" Type="http://schemas.openxmlformats.org/officeDocument/2006/relationships/tags" Target="../tags/tag6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9.xml"/><Relationship Id="rId1" Type="http://schemas.openxmlformats.org/officeDocument/2006/relationships/tags" Target="../tags/tag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9.xml"/><Relationship Id="rId1" Type="http://schemas.openxmlformats.org/officeDocument/2006/relationships/tags" Target="../tags/tag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9.xml"/><Relationship Id="rId1" Type="http://schemas.openxmlformats.org/officeDocument/2006/relationships/tags" Target="../tags/tag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9.xml"/><Relationship Id="rId1" Type="http://schemas.openxmlformats.org/officeDocument/2006/relationships/tags" Target="../tags/tag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29.xml"/><Relationship Id="rId1" Type="http://schemas.openxmlformats.org/officeDocument/2006/relationships/tags" Target="../tags/tag1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29.xml"/><Relationship Id="rId1" Type="http://schemas.openxmlformats.org/officeDocument/2006/relationships/tags" Target="../tags/tag12.xml"/><Relationship Id="rId4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29.xml"/><Relationship Id="rId1" Type="http://schemas.openxmlformats.org/officeDocument/2006/relationships/tags" Target="../tags/tag13.xml"/><Relationship Id="rId4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29.xml"/><Relationship Id="rId1" Type="http://schemas.openxmlformats.org/officeDocument/2006/relationships/tags" Target="../tags/tag14.xml"/><Relationship Id="rId4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29.xml"/><Relationship Id="rId1" Type="http://schemas.openxmlformats.org/officeDocument/2006/relationships/tags" Target="../tags/tag15.xml"/><Relationship Id="rId4" Type="http://schemas.openxmlformats.org/officeDocument/2006/relationships/image" Target="../media/image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29.xml"/><Relationship Id="rId1" Type="http://schemas.openxmlformats.org/officeDocument/2006/relationships/tags" Target="../tags/tag16.xml"/><Relationship Id="rId4" Type="http://schemas.openxmlformats.org/officeDocument/2006/relationships/image" Target="../media/image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29.xml"/><Relationship Id="rId1" Type="http://schemas.openxmlformats.org/officeDocument/2006/relationships/tags" Target="../tags/tag17.xml"/><Relationship Id="rId4" Type="http://schemas.openxmlformats.org/officeDocument/2006/relationships/image" Target="../media/image1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29.xml"/><Relationship Id="rId1" Type="http://schemas.openxmlformats.org/officeDocument/2006/relationships/tags" Target="../tags/tag18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29.xml"/><Relationship Id="rId1" Type="http://schemas.openxmlformats.org/officeDocument/2006/relationships/tags" Target="../tags/tag19.xml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ubtitle 6"/>
          <p:cNvSpPr>
            <a:spLocks noGrp="1"/>
          </p:cNvSpPr>
          <p:nvPr>
            <p:ph type="subTitle" idx="1"/>
          </p:nvPr>
        </p:nvSpPr>
        <p:spPr/>
        <p:txBody>
          <a:bodyPr anchor="b">
            <a:normAutofit fontScale="85000" lnSpcReduction="20000"/>
          </a:bodyPr>
          <a:lstStyle/>
          <a:p>
            <a:pPr rtl="0"/>
            <a:r>
              <a:rPr lang="pl-PL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Laboratorium IPV6 – materiał pomocniczy</a:t>
            </a:r>
            <a:endParaRPr lang="pl-PL" sz="1800" dirty="0"/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D280CE95-EC57-C26B-CEE6-1295A117D5E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>
            <a:normAutofit/>
          </a:bodyPr>
          <a:lstStyle/>
          <a:p>
            <a:r>
              <a:rPr lang="pl-PL" dirty="0"/>
              <a:t>Wydawnictwo informatyczne ITSTART.</a:t>
            </a:r>
            <a:endParaRPr lang="en-US" dirty="0"/>
          </a:p>
        </p:txBody>
      </p:sp>
      <p:sp>
        <p:nvSpPr>
          <p:cNvPr id="17" name="Text Placeholder 3">
            <a:extLst>
              <a:ext uri="{FF2B5EF4-FFF2-40B4-BE49-F238E27FC236}">
                <a16:creationId xmlns:a16="http://schemas.microsoft.com/office/drawing/2014/main" id="{F329CD50-6EE0-2D6D-39C2-5E1BF9E5A1B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>
            <a:normAutofit/>
          </a:bodyPr>
          <a:lstStyle/>
          <a:p>
            <a:r>
              <a:rPr lang="pl-PL" dirty="0"/>
              <a:t>2022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lnSpcReduction="10000"/>
          </a:bodyPr>
          <a:lstStyle/>
          <a:p>
            <a:pPr rtl="0"/>
            <a:r>
              <a:rPr lang="pl-PL" sz="1400" dirty="0"/>
              <a:t>Materiały pomocnicze dla nauczyciela</a:t>
            </a:r>
          </a:p>
        </p:txBody>
      </p:sp>
      <p:sp>
        <p:nvSpPr>
          <p:cNvPr id="6" name="Title 5"/>
          <p:cNvSpPr>
            <a:spLocks noGrp="1"/>
          </p:cNvSpPr>
          <p:nvPr>
            <p:ph type="ctrTitle"/>
          </p:nvPr>
        </p:nvSpPr>
        <p:spPr>
          <a:xfrm>
            <a:off x="392435" y="1193046"/>
            <a:ext cx="8604880" cy="809815"/>
          </a:xfrm>
        </p:spPr>
        <p:txBody>
          <a:bodyPr wrap="square" anchor="b">
            <a:normAutofit/>
          </a:bodyPr>
          <a:lstStyle/>
          <a:p>
            <a:pPr rtl="0"/>
            <a:r>
              <a:rPr lang="pl-PL" dirty="0"/>
              <a:t>INNE ZAGADNENIA DOTYCZĄCE IPV6 </a:t>
            </a:r>
          </a:p>
        </p:txBody>
      </p:sp>
      <p:sp>
        <p:nvSpPr>
          <p:cNvPr id="2" name="pole tekstowe 1">
            <a:extLst>
              <a:ext uri="{FF2B5EF4-FFF2-40B4-BE49-F238E27FC236}">
                <a16:creationId xmlns:a16="http://schemas.microsoft.com/office/drawing/2014/main" id="{26680580-DB8D-4F55-843F-A7DC92133B40}"/>
              </a:ext>
            </a:extLst>
          </p:cNvPr>
          <p:cNvSpPr txBox="1"/>
          <p:nvPr/>
        </p:nvSpPr>
        <p:spPr>
          <a:xfrm>
            <a:off x="392435" y="1948906"/>
            <a:ext cx="612874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pl-PL" dirty="0"/>
              <a:t>SERWER SSH 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pl-PL" dirty="0"/>
              <a:t>ROUTER ON THE STICK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pl-PL" dirty="0"/>
              <a:t>FIREWALL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43650477"/>
      </p:ext>
    </p:extLst>
  </p:cSld>
  <p:clrMapOvr>
    <a:masterClrMapping/>
  </p:clrMapOvr>
  <p:transition spd="slow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33"/>
          <p:cNvSpPr>
            <a:spLocks noGrp="1" noChangeArrowheads="1"/>
          </p:cNvSpPr>
          <p:nvPr>
            <p:ph type="title"/>
          </p:nvPr>
        </p:nvSpPr>
        <p:spPr>
          <a:xfrm>
            <a:off x="75571" y="0"/>
            <a:ext cx="9144000" cy="757551"/>
          </a:xfrm>
        </p:spPr>
        <p:txBody>
          <a:bodyPr/>
          <a:lstStyle/>
          <a:p>
            <a:pPr rtl="0" eaLnBrk="1" hangingPunct="1"/>
            <a:r>
              <a:rPr lang="pl-PL" dirty="0"/>
              <a:t>SERWER SSH DLA IPV6 W ROUTERZE</a:t>
            </a:r>
          </a:p>
        </p:txBody>
      </p:sp>
      <p:pic>
        <p:nvPicPr>
          <p:cNvPr id="3" name="Obraz 2">
            <a:extLst>
              <a:ext uri="{FF2B5EF4-FFF2-40B4-BE49-F238E27FC236}">
                <a16:creationId xmlns:a16="http://schemas.microsoft.com/office/drawing/2014/main" id="{7F252CE5-53C5-41A0-9E67-4CF0140B4D8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54466" y="919895"/>
            <a:ext cx="7889534" cy="392833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916286489"/>
      </p:ext>
    </p:extLst>
  </p:cSld>
  <p:clrMapOvr>
    <a:masterClrMapping/>
  </p:clrMapOvr>
  <p:transition spd="slow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33"/>
          <p:cNvSpPr>
            <a:spLocks noGrp="1" noChangeArrowheads="1"/>
          </p:cNvSpPr>
          <p:nvPr>
            <p:ph type="title"/>
          </p:nvPr>
        </p:nvSpPr>
        <p:spPr>
          <a:xfrm>
            <a:off x="75571" y="0"/>
            <a:ext cx="9144000" cy="757551"/>
          </a:xfrm>
        </p:spPr>
        <p:txBody>
          <a:bodyPr>
            <a:normAutofit/>
          </a:bodyPr>
          <a:lstStyle/>
          <a:p>
            <a:pPr rtl="0" eaLnBrk="1" hangingPunct="1"/>
            <a:r>
              <a:rPr lang="pl-PL" dirty="0"/>
              <a:t>PRZYKŁADOWA KONFIGURACJA SERWERA SSH DLA IPV6</a:t>
            </a:r>
          </a:p>
        </p:txBody>
      </p:sp>
      <p:sp>
        <p:nvSpPr>
          <p:cNvPr id="7171" name="Rectangle 34"/>
          <p:cNvSpPr>
            <a:spLocks noGrp="1" noChangeArrowheads="1"/>
          </p:cNvSpPr>
          <p:nvPr>
            <p:ph idx="4294967295"/>
          </p:nvPr>
        </p:nvSpPr>
        <p:spPr>
          <a:xfrm>
            <a:off x="2080386" y="836731"/>
            <a:ext cx="6632864" cy="3984651"/>
          </a:xfrm>
          <a:prstGeom prst="rect">
            <a:avLst/>
          </a:prstGeom>
        </p:spPr>
        <p:txBody>
          <a:bodyPr>
            <a:normAutofit fontScale="85000" lnSpcReduction="20000"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pl-PL" sz="18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en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pl-PL" sz="1800" b="1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conf</a:t>
            </a:r>
            <a:r>
              <a:rPr lang="pl-PL" sz="18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t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endParaRPr lang="pl-PL" sz="1800" b="1" dirty="0">
              <a:effectLst/>
              <a:latin typeface="Courier New" panose="020703090202050204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pl-PL" sz="1800" b="1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hostname</a:t>
            </a:r>
            <a:r>
              <a:rPr lang="pl-PL" sz="18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SSH-SERVER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endParaRPr lang="pl-PL" sz="1800" b="1" dirty="0">
              <a:effectLst/>
              <a:latin typeface="Courier New" panose="020703090202050204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pl-PL" sz="1800" b="1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enable</a:t>
            </a:r>
            <a:r>
              <a:rPr lang="pl-PL" sz="18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pl-PL" sz="1800" b="1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secret</a:t>
            </a:r>
            <a:r>
              <a:rPr lang="pl-PL" sz="18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pl-PL" sz="1800" b="1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Ceta</a:t>
            </a:r>
            <a:endParaRPr lang="pl-PL" sz="1800" b="1" dirty="0">
              <a:effectLst/>
              <a:latin typeface="Courier New" panose="020703090202050204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Bef>
                <a:spcPts val="300"/>
              </a:spcBef>
              <a:spcAft>
                <a:spcPts val="300"/>
              </a:spcAft>
            </a:pPr>
            <a:endParaRPr lang="pl-PL" sz="1800" b="1" dirty="0">
              <a:effectLst/>
              <a:latin typeface="Courier New" panose="020703090202050204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pl-PL" sz="18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ipv6 </a:t>
            </a:r>
            <a:r>
              <a:rPr lang="pl-PL" sz="1800" b="1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unicast</a:t>
            </a:r>
            <a:r>
              <a:rPr lang="pl-PL" sz="18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-routing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endParaRPr lang="pl-PL" sz="1800" b="1" dirty="0">
              <a:effectLst/>
              <a:latin typeface="Courier New" panose="020703090202050204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pl-PL" sz="1800" b="1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interface</a:t>
            </a:r>
            <a:r>
              <a:rPr lang="pl-PL" sz="18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FastEthernet0/0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pl-PL" sz="18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no </a:t>
            </a:r>
            <a:r>
              <a:rPr lang="pl-PL" sz="1800" b="1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ip</a:t>
            </a:r>
            <a:r>
              <a:rPr lang="pl-PL" sz="18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pl-PL" sz="1800" b="1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address</a:t>
            </a:r>
            <a:endParaRPr lang="pl-PL" sz="1800" b="1" dirty="0">
              <a:effectLst/>
              <a:latin typeface="Courier New" panose="020703090202050204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pl-PL" sz="18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ipv6 </a:t>
            </a:r>
            <a:r>
              <a:rPr lang="pl-PL" sz="1800" b="1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address</a:t>
            </a:r>
            <a:r>
              <a:rPr lang="pl-PL" sz="18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FE80::1:1 link-</a:t>
            </a:r>
            <a:r>
              <a:rPr lang="pl-PL" sz="1800" b="1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local</a:t>
            </a:r>
            <a:endParaRPr lang="pl-PL" sz="1800" b="1" dirty="0">
              <a:effectLst/>
              <a:latin typeface="Courier New" panose="020703090202050204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pl-PL" sz="18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ipv6 </a:t>
            </a:r>
            <a:r>
              <a:rPr lang="pl-PL" sz="1800" b="1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address</a:t>
            </a:r>
            <a:r>
              <a:rPr lang="pl-PL" sz="18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2001:A:B:C::1/64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pl-PL" sz="1800" b="1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exit</a:t>
            </a:r>
            <a:endParaRPr lang="pl-PL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lnSpc>
                <a:spcPct val="130000"/>
              </a:lnSpc>
              <a:spcBef>
                <a:spcPts val="1200"/>
              </a:spcBef>
              <a:spcAft>
                <a:spcPts val="500"/>
              </a:spcAft>
            </a:pPr>
            <a:endParaRPr lang="pl-PL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265848252"/>
      </p:ext>
    </p:extLst>
  </p:cSld>
  <p:clrMapOvr>
    <a:masterClrMapping/>
  </p:clrMapOvr>
  <p:transition spd="slow">
    <p:wip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33"/>
          <p:cNvSpPr>
            <a:spLocks noGrp="1" noChangeArrowheads="1"/>
          </p:cNvSpPr>
          <p:nvPr>
            <p:ph type="title"/>
          </p:nvPr>
        </p:nvSpPr>
        <p:spPr>
          <a:xfrm>
            <a:off x="75571" y="0"/>
            <a:ext cx="9144000" cy="757551"/>
          </a:xfrm>
        </p:spPr>
        <p:txBody>
          <a:bodyPr>
            <a:normAutofit/>
          </a:bodyPr>
          <a:lstStyle/>
          <a:p>
            <a:pPr rtl="0" eaLnBrk="1" hangingPunct="1"/>
            <a:r>
              <a:rPr lang="pl-PL" dirty="0"/>
              <a:t>PRZYKŁADOWA KONFIGURACJA SERWERA SSH DLA IPV6</a:t>
            </a:r>
          </a:p>
        </p:txBody>
      </p:sp>
      <p:sp>
        <p:nvSpPr>
          <p:cNvPr id="7171" name="Rectangle 34"/>
          <p:cNvSpPr>
            <a:spLocks noGrp="1" noChangeArrowheads="1"/>
          </p:cNvSpPr>
          <p:nvPr>
            <p:ph idx="4294967295"/>
          </p:nvPr>
        </p:nvSpPr>
        <p:spPr>
          <a:xfrm>
            <a:off x="2080386" y="836731"/>
            <a:ext cx="6632864" cy="3984651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pl-PL" sz="1800" b="1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username</a:t>
            </a:r>
            <a:r>
              <a:rPr lang="pl-PL" sz="18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Alfa </a:t>
            </a:r>
            <a:r>
              <a:rPr lang="pl-PL" sz="1800" b="1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password</a:t>
            </a:r>
            <a:r>
              <a:rPr lang="pl-PL" sz="18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Beta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pl-PL" sz="1800" b="1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ip</a:t>
            </a:r>
            <a:r>
              <a:rPr lang="pl-PL" sz="18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pl-PL" sz="1800" b="1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domain-name</a:t>
            </a:r>
            <a:r>
              <a:rPr lang="pl-PL" sz="18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pl-PL" sz="1800" b="1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ssh-domain</a:t>
            </a:r>
            <a:endParaRPr lang="pl-PL" sz="1800" b="1" dirty="0">
              <a:effectLst/>
              <a:latin typeface="Courier New" panose="020703090202050204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pl-PL" sz="1800" b="1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ip</a:t>
            </a:r>
            <a:r>
              <a:rPr lang="pl-PL" sz="18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pl-PL" sz="1800" b="1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ssh</a:t>
            </a:r>
            <a:r>
              <a:rPr lang="pl-PL" sz="18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version 2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pl-PL" sz="1800" b="1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crypto</a:t>
            </a:r>
            <a:r>
              <a:rPr lang="pl-PL" sz="18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pl-PL" sz="1800" b="1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key</a:t>
            </a:r>
            <a:r>
              <a:rPr lang="pl-PL" sz="18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pl-PL" sz="1800" b="1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generate</a:t>
            </a:r>
            <a:r>
              <a:rPr lang="pl-PL" sz="18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pl-PL" sz="1800" b="1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rsa</a:t>
            </a:r>
            <a:endParaRPr lang="pl-PL" sz="1800" b="1" dirty="0">
              <a:effectLst/>
              <a:latin typeface="Courier New" panose="020703090202050204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pl-PL" sz="18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2048</a:t>
            </a:r>
          </a:p>
          <a:p>
            <a:pPr marL="0" indent="0">
              <a:spcBef>
                <a:spcPts val="300"/>
              </a:spcBef>
              <a:spcAft>
                <a:spcPts val="300"/>
              </a:spcAft>
              <a:buNone/>
            </a:pPr>
            <a:endParaRPr lang="pl-PL" sz="1800" b="1" dirty="0">
              <a:effectLst/>
              <a:latin typeface="Courier New" panose="020703090202050204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pl-PL" sz="1800" b="1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ip</a:t>
            </a:r>
            <a:r>
              <a:rPr lang="pl-PL" sz="18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pl-PL" sz="1800" b="1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ssh</a:t>
            </a:r>
            <a:r>
              <a:rPr lang="pl-PL" sz="18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pl-PL" sz="1800" b="1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time</a:t>
            </a:r>
            <a:r>
              <a:rPr lang="pl-PL" sz="18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-out 60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pl-PL" sz="1800" b="1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ip</a:t>
            </a:r>
            <a:r>
              <a:rPr lang="pl-PL" sz="18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pl-PL" sz="1800" b="1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ssh</a:t>
            </a:r>
            <a:r>
              <a:rPr lang="pl-PL" sz="18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pl-PL" sz="1800" b="1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authentication-retries</a:t>
            </a:r>
            <a:r>
              <a:rPr lang="pl-PL" sz="18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3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pl-PL" sz="1800" b="1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line</a:t>
            </a:r>
            <a:r>
              <a:rPr lang="pl-PL" sz="18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pl-PL" sz="1800" b="1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vty</a:t>
            </a:r>
            <a:r>
              <a:rPr lang="pl-PL" sz="18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0 15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pl-PL" sz="18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login </a:t>
            </a:r>
            <a:r>
              <a:rPr lang="pl-PL" sz="1800" b="1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local</a:t>
            </a:r>
            <a:endParaRPr lang="pl-PL" sz="1800" b="1" dirty="0">
              <a:effectLst/>
              <a:latin typeface="Courier New" panose="020703090202050204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pl-PL" sz="18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transport </a:t>
            </a:r>
            <a:r>
              <a:rPr lang="pl-PL" sz="1800" b="1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input</a:t>
            </a:r>
            <a:r>
              <a:rPr lang="pl-PL" sz="18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pl-PL" sz="1800" b="1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ssh</a:t>
            </a:r>
            <a:endParaRPr lang="pl-PL" sz="1800" b="1" dirty="0">
              <a:effectLst/>
              <a:latin typeface="Courier New" panose="020703090202050204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640989452"/>
      </p:ext>
    </p:extLst>
  </p:cSld>
  <p:clrMapOvr>
    <a:masterClrMapping/>
  </p:clrMapOvr>
  <p:transition spd="slow">
    <p:wip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33"/>
          <p:cNvSpPr>
            <a:spLocks noGrp="1" noChangeArrowheads="1"/>
          </p:cNvSpPr>
          <p:nvPr>
            <p:ph type="title"/>
          </p:nvPr>
        </p:nvSpPr>
        <p:spPr>
          <a:xfrm>
            <a:off x="75571" y="0"/>
            <a:ext cx="9144000" cy="757551"/>
          </a:xfrm>
        </p:spPr>
        <p:txBody>
          <a:bodyPr/>
          <a:lstStyle/>
          <a:p>
            <a:pPr rtl="0" eaLnBrk="1" hangingPunct="1"/>
            <a:r>
              <a:rPr lang="pl-PL" dirty="0"/>
              <a:t>ROUTER ON THE STICK W IPV6</a:t>
            </a:r>
          </a:p>
        </p:txBody>
      </p:sp>
      <p:pic>
        <p:nvPicPr>
          <p:cNvPr id="4" name="Obraz 3">
            <a:extLst>
              <a:ext uri="{FF2B5EF4-FFF2-40B4-BE49-F238E27FC236}">
                <a16:creationId xmlns:a16="http://schemas.microsoft.com/office/drawing/2014/main" id="{E2442910-B8AA-4D4D-AC78-67E0E93E094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5453" y="1321602"/>
            <a:ext cx="7707327" cy="3106813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461847619"/>
      </p:ext>
    </p:extLst>
  </p:cSld>
  <p:clrMapOvr>
    <a:masterClrMapping/>
  </p:clrMapOvr>
  <p:transition spd="slow">
    <p:wip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33"/>
          <p:cNvSpPr>
            <a:spLocks noGrp="1" noChangeArrowheads="1"/>
          </p:cNvSpPr>
          <p:nvPr>
            <p:ph type="title"/>
          </p:nvPr>
        </p:nvSpPr>
        <p:spPr>
          <a:xfrm>
            <a:off x="75571" y="0"/>
            <a:ext cx="9144000" cy="757551"/>
          </a:xfrm>
        </p:spPr>
        <p:txBody>
          <a:bodyPr>
            <a:normAutofit/>
          </a:bodyPr>
          <a:lstStyle/>
          <a:p>
            <a:pPr rtl="0" eaLnBrk="1" hangingPunct="1"/>
            <a:r>
              <a:rPr lang="pl-PL" dirty="0"/>
              <a:t>PRZYKŁADOWA KONFIGURACJA DLA R1</a:t>
            </a:r>
          </a:p>
        </p:txBody>
      </p:sp>
      <p:sp>
        <p:nvSpPr>
          <p:cNvPr id="7171" name="Rectangle 34"/>
          <p:cNvSpPr>
            <a:spLocks noGrp="1" noChangeArrowheads="1"/>
          </p:cNvSpPr>
          <p:nvPr>
            <p:ph idx="4294967295"/>
          </p:nvPr>
        </p:nvSpPr>
        <p:spPr>
          <a:xfrm>
            <a:off x="2080386" y="836731"/>
            <a:ext cx="6632864" cy="3984651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pl-PL" sz="18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en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pl-PL" sz="1800" b="1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conf</a:t>
            </a:r>
            <a:r>
              <a:rPr lang="pl-PL" sz="18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t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pl-PL" sz="1800" b="1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hostname</a:t>
            </a:r>
            <a:r>
              <a:rPr lang="pl-PL" sz="18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R1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pl-PL" sz="18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ipv6 </a:t>
            </a:r>
            <a:r>
              <a:rPr lang="pl-PL" sz="1800" b="1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unicast</a:t>
            </a:r>
            <a:r>
              <a:rPr lang="pl-PL" sz="18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-routing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pl-PL" sz="18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!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pl-PL" sz="1800" b="1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interface</a:t>
            </a:r>
            <a:r>
              <a:rPr lang="pl-PL" sz="18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Gig0/0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pl-PL" sz="18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no </a:t>
            </a:r>
            <a:r>
              <a:rPr lang="pl-PL" sz="1800" b="1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ip</a:t>
            </a:r>
            <a:r>
              <a:rPr lang="pl-PL" sz="18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pl-PL" sz="1800" b="1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address</a:t>
            </a:r>
            <a:endParaRPr lang="pl-PL" sz="1800" b="1" dirty="0">
              <a:effectLst/>
              <a:latin typeface="Courier New" panose="020703090202050204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pl-PL" sz="18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ipv6 </a:t>
            </a:r>
            <a:r>
              <a:rPr lang="pl-PL" sz="1800" b="1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enable</a:t>
            </a:r>
            <a:endParaRPr lang="pl-PL" sz="1800" b="1" dirty="0">
              <a:latin typeface="Courier New" panose="020703090202050204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pl-PL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no </a:t>
            </a:r>
            <a:r>
              <a:rPr lang="pl-PL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shutdown</a:t>
            </a:r>
            <a:endParaRPr lang="pl-PL" sz="1800" b="1" dirty="0">
              <a:effectLst/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867623243"/>
      </p:ext>
    </p:extLst>
  </p:cSld>
  <p:clrMapOvr>
    <a:masterClrMapping/>
  </p:clrMapOvr>
  <p:transition spd="slow">
    <p:wip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33"/>
          <p:cNvSpPr>
            <a:spLocks noGrp="1" noChangeArrowheads="1"/>
          </p:cNvSpPr>
          <p:nvPr>
            <p:ph type="title"/>
          </p:nvPr>
        </p:nvSpPr>
        <p:spPr>
          <a:xfrm>
            <a:off x="75571" y="0"/>
            <a:ext cx="9144000" cy="757551"/>
          </a:xfrm>
        </p:spPr>
        <p:txBody>
          <a:bodyPr>
            <a:normAutofit/>
          </a:bodyPr>
          <a:lstStyle/>
          <a:p>
            <a:pPr rtl="0" eaLnBrk="1" hangingPunct="1"/>
            <a:r>
              <a:rPr lang="pl-PL" dirty="0"/>
              <a:t>PRZYKŁADOWA KONFIGURACJA DLA R1</a:t>
            </a:r>
          </a:p>
        </p:txBody>
      </p:sp>
      <p:sp>
        <p:nvSpPr>
          <p:cNvPr id="7171" name="Rectangle 34"/>
          <p:cNvSpPr>
            <a:spLocks noGrp="1" noChangeArrowheads="1"/>
          </p:cNvSpPr>
          <p:nvPr>
            <p:ph idx="4294967295"/>
          </p:nvPr>
        </p:nvSpPr>
        <p:spPr>
          <a:xfrm>
            <a:off x="2080386" y="836731"/>
            <a:ext cx="6632864" cy="3984651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pl-PL" sz="1800" b="1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interface</a:t>
            </a:r>
            <a:r>
              <a:rPr lang="pl-PL" sz="18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Gig0/0.10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pl-PL" sz="18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ipv6 </a:t>
            </a:r>
            <a:r>
              <a:rPr lang="pl-PL" sz="1800" b="1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enable</a:t>
            </a:r>
            <a:endParaRPr lang="pl-PL" sz="1800" b="1" dirty="0">
              <a:effectLst/>
              <a:latin typeface="Courier New" panose="020703090202050204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pl-PL" sz="1800" b="1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encapsulation</a:t>
            </a:r>
            <a:r>
              <a:rPr lang="pl-PL" sz="18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dot1Q 10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pl-PL" sz="18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ipv6 </a:t>
            </a:r>
            <a:r>
              <a:rPr lang="pl-PL" sz="1800" b="1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address</a:t>
            </a:r>
            <a:r>
              <a:rPr lang="pl-PL" sz="18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2001:DB8:10:10::1/64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pl-PL" sz="18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no </a:t>
            </a:r>
            <a:r>
              <a:rPr lang="pl-PL" sz="1800" b="1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shutdown</a:t>
            </a:r>
            <a:endParaRPr lang="pl-PL" sz="1800" b="1" dirty="0">
              <a:effectLst/>
              <a:latin typeface="Courier New" panose="020703090202050204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spcBef>
                <a:spcPts val="300"/>
              </a:spcBef>
              <a:spcAft>
                <a:spcPts val="300"/>
              </a:spcAft>
              <a:buNone/>
            </a:pPr>
            <a:endParaRPr lang="pl-PL" sz="1800" b="1" dirty="0">
              <a:effectLst/>
              <a:latin typeface="Courier New" panose="020703090202050204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pl-PL" sz="1800" b="1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interface</a:t>
            </a:r>
            <a:r>
              <a:rPr lang="pl-PL" sz="18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Gig0/0.20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pl-PL" sz="18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ipv6 </a:t>
            </a:r>
            <a:r>
              <a:rPr lang="pl-PL" sz="1800" b="1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enable</a:t>
            </a:r>
            <a:endParaRPr lang="pl-PL" sz="1800" b="1" dirty="0">
              <a:effectLst/>
              <a:latin typeface="Courier New" panose="020703090202050204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pl-PL" sz="1800" b="1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encapsulation</a:t>
            </a:r>
            <a:r>
              <a:rPr lang="pl-PL" sz="18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dot1Q 20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pl-PL" sz="18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ipv6 </a:t>
            </a:r>
            <a:r>
              <a:rPr lang="pl-PL" sz="1800" b="1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address</a:t>
            </a:r>
            <a:r>
              <a:rPr lang="pl-PL" sz="18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2001:DB8:20:20::1/64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pl-PL" sz="18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no </a:t>
            </a:r>
            <a:r>
              <a:rPr lang="pl-PL" sz="1800" b="1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shutdown</a:t>
            </a:r>
            <a:endParaRPr lang="pl-PL" sz="1800" b="1" dirty="0">
              <a:effectLst/>
              <a:latin typeface="Courier New" panose="020703090202050204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131464121"/>
      </p:ext>
    </p:extLst>
  </p:cSld>
  <p:clrMapOvr>
    <a:masterClrMapping/>
  </p:clrMapOvr>
  <p:transition spd="slow">
    <p:wip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33"/>
          <p:cNvSpPr>
            <a:spLocks noGrp="1" noChangeArrowheads="1"/>
          </p:cNvSpPr>
          <p:nvPr>
            <p:ph type="title"/>
          </p:nvPr>
        </p:nvSpPr>
        <p:spPr>
          <a:xfrm>
            <a:off x="75571" y="0"/>
            <a:ext cx="9144000" cy="757551"/>
          </a:xfrm>
        </p:spPr>
        <p:txBody>
          <a:bodyPr>
            <a:normAutofit/>
          </a:bodyPr>
          <a:lstStyle/>
          <a:p>
            <a:pPr rtl="0" eaLnBrk="1" hangingPunct="1"/>
            <a:r>
              <a:rPr lang="pl-PL" dirty="0"/>
              <a:t>PRZYKŁADOWA KONFIGURACJA DLA L2-Switch</a:t>
            </a:r>
          </a:p>
        </p:txBody>
      </p:sp>
      <p:sp>
        <p:nvSpPr>
          <p:cNvPr id="7171" name="Rectangle 34"/>
          <p:cNvSpPr>
            <a:spLocks noGrp="1" noChangeArrowheads="1"/>
          </p:cNvSpPr>
          <p:nvPr>
            <p:ph idx="4294967295"/>
          </p:nvPr>
        </p:nvSpPr>
        <p:spPr>
          <a:xfrm>
            <a:off x="2080386" y="836731"/>
            <a:ext cx="6632864" cy="3984651"/>
          </a:xfrm>
          <a:prstGeom prst="rect">
            <a:avLst/>
          </a:prstGeom>
        </p:spPr>
        <p:txBody>
          <a:bodyPr>
            <a:normAutofit fontScale="77500" lnSpcReduction="20000"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pl-PL" sz="18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en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pl-PL" sz="1800" b="1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conf</a:t>
            </a:r>
            <a:r>
              <a:rPr lang="pl-PL" sz="18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t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pl-PL" sz="1800" b="1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hostname</a:t>
            </a:r>
            <a:r>
              <a:rPr lang="pl-PL" sz="18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L2-Switch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endParaRPr lang="pl-PL" sz="1800" b="1" dirty="0">
              <a:effectLst/>
              <a:latin typeface="Courier New" panose="020703090202050204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pl-PL" sz="1800" b="1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interface</a:t>
            </a:r>
            <a:r>
              <a:rPr lang="pl-PL" sz="18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Fa0/1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pl-PL" sz="1800" b="1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switchport</a:t>
            </a:r>
            <a:r>
              <a:rPr lang="pl-PL" sz="18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pl-PL" sz="1800" b="1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mode</a:t>
            </a:r>
            <a:r>
              <a:rPr lang="pl-PL" sz="18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pl-PL" sz="1800" b="1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trunk</a:t>
            </a:r>
            <a:endParaRPr lang="pl-PL" sz="1800" b="1" dirty="0">
              <a:effectLst/>
              <a:latin typeface="Courier New" panose="020703090202050204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pl-PL" sz="1800" b="1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encapsulation</a:t>
            </a:r>
            <a:r>
              <a:rPr lang="pl-PL" sz="18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dot1q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pl-PL" sz="1800" b="1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switchport</a:t>
            </a:r>
            <a:r>
              <a:rPr lang="pl-PL" sz="18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pl-PL" sz="1800" b="1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trunk</a:t>
            </a:r>
            <a:r>
              <a:rPr lang="pl-PL" sz="18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pl-PL" sz="1800" b="1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allowed</a:t>
            </a:r>
            <a:r>
              <a:rPr lang="pl-PL" sz="18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pl-PL" sz="1800" b="1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vlan</a:t>
            </a:r>
            <a:r>
              <a:rPr lang="pl-PL" sz="18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10,20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endParaRPr lang="pl-PL" sz="1800" b="1" dirty="0">
              <a:effectLst/>
              <a:latin typeface="Courier New" panose="020703090202050204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pl-PL" sz="1800" b="1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interface</a:t>
            </a:r>
            <a:r>
              <a:rPr lang="pl-PL" sz="18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Fa0/2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pl-PL" sz="1800" b="1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switchport</a:t>
            </a:r>
            <a:r>
              <a:rPr lang="pl-PL" sz="18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pl-PL" sz="1800" b="1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mode</a:t>
            </a:r>
            <a:r>
              <a:rPr lang="pl-PL" sz="18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pl-PL" sz="1800" b="1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access</a:t>
            </a:r>
            <a:endParaRPr lang="pl-PL" sz="1800" b="1" dirty="0">
              <a:effectLst/>
              <a:latin typeface="Courier New" panose="020703090202050204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pl-PL" sz="1800" b="1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switchport</a:t>
            </a:r>
            <a:r>
              <a:rPr lang="pl-PL" sz="18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pl-PL" sz="1800" b="1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access</a:t>
            </a:r>
            <a:r>
              <a:rPr lang="pl-PL" sz="18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pl-PL" sz="1800" b="1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vlan</a:t>
            </a:r>
            <a:r>
              <a:rPr lang="pl-PL" sz="18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10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endParaRPr lang="pl-PL" sz="1800" b="1" dirty="0">
              <a:effectLst/>
              <a:latin typeface="Courier New" panose="020703090202050204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pl-PL" sz="1800" b="1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interface</a:t>
            </a:r>
            <a:r>
              <a:rPr lang="pl-PL" sz="18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Fa0/3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pl-PL" sz="1800" b="1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switchport</a:t>
            </a:r>
            <a:r>
              <a:rPr lang="pl-PL" sz="18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pl-PL" sz="1800" b="1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mode</a:t>
            </a:r>
            <a:r>
              <a:rPr lang="pl-PL" sz="18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pl-PL" sz="1800" b="1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access</a:t>
            </a:r>
            <a:endParaRPr lang="pl-PL" sz="1800" b="1" dirty="0">
              <a:effectLst/>
              <a:latin typeface="Courier New" panose="020703090202050204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pl-PL" sz="1800" b="1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switchport</a:t>
            </a:r>
            <a:r>
              <a:rPr lang="pl-PL" sz="18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pl-PL" sz="1800" b="1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access</a:t>
            </a:r>
            <a:r>
              <a:rPr lang="pl-PL" sz="18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pl-PL" sz="1800" b="1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vlan</a:t>
            </a:r>
            <a:r>
              <a:rPr lang="pl-PL" sz="18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20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844770329"/>
      </p:ext>
    </p:extLst>
  </p:cSld>
  <p:clrMapOvr>
    <a:masterClrMapping/>
  </p:clrMapOvr>
  <p:transition spd="slow">
    <p:wip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33"/>
          <p:cNvSpPr>
            <a:spLocks noGrp="1" noChangeArrowheads="1"/>
          </p:cNvSpPr>
          <p:nvPr>
            <p:ph type="title"/>
          </p:nvPr>
        </p:nvSpPr>
        <p:spPr>
          <a:xfrm>
            <a:off x="75571" y="0"/>
            <a:ext cx="9144000" cy="757551"/>
          </a:xfrm>
        </p:spPr>
        <p:txBody>
          <a:bodyPr>
            <a:normAutofit/>
          </a:bodyPr>
          <a:lstStyle/>
          <a:p>
            <a:pPr rtl="0" eaLnBrk="1" hangingPunct="1"/>
            <a:r>
              <a:rPr lang="pl-PL" dirty="0"/>
              <a:t>PRZYKŁADOWA KONFIGURACJA DLA R10</a:t>
            </a:r>
          </a:p>
        </p:txBody>
      </p:sp>
      <p:sp>
        <p:nvSpPr>
          <p:cNvPr id="7171" name="Rectangle 34"/>
          <p:cNvSpPr>
            <a:spLocks noGrp="1" noChangeArrowheads="1"/>
          </p:cNvSpPr>
          <p:nvPr>
            <p:ph idx="4294967295"/>
          </p:nvPr>
        </p:nvSpPr>
        <p:spPr>
          <a:xfrm>
            <a:off x="2080386" y="836731"/>
            <a:ext cx="6632864" cy="3984651"/>
          </a:xfrm>
          <a:prstGeom prst="rect">
            <a:avLst/>
          </a:prstGeom>
        </p:spPr>
        <p:txBody>
          <a:bodyPr>
            <a:normAutofit fontScale="92500" lnSpcReduction="10000"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pl-PL" sz="18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en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pl-PL" sz="1800" b="1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conf</a:t>
            </a:r>
            <a:r>
              <a:rPr lang="pl-PL" sz="18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t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pl-PL" sz="1800" b="1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hostname</a:t>
            </a:r>
            <a:r>
              <a:rPr lang="pl-PL" sz="18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R10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pl-PL" sz="18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ipv6 </a:t>
            </a:r>
            <a:r>
              <a:rPr lang="pl-PL" sz="1800" b="1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unicast</a:t>
            </a:r>
            <a:r>
              <a:rPr lang="pl-PL" sz="18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-routing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endParaRPr lang="pl-PL" sz="1800" b="1" dirty="0">
              <a:effectLst/>
              <a:latin typeface="Courier New" panose="020703090202050204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pl-PL" sz="1800" b="1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interface</a:t>
            </a:r>
            <a:r>
              <a:rPr lang="pl-PL" sz="18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Gig0/0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pl-PL" sz="18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no </a:t>
            </a:r>
            <a:r>
              <a:rPr lang="pl-PL" sz="1800" b="1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ip</a:t>
            </a:r>
            <a:r>
              <a:rPr lang="pl-PL" sz="18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pl-PL" sz="1800" b="1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address</a:t>
            </a:r>
            <a:endParaRPr lang="pl-PL" sz="1800" b="1" dirty="0">
              <a:effectLst/>
              <a:latin typeface="Courier New" panose="020703090202050204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pl-PL" sz="18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ipv6 </a:t>
            </a:r>
            <a:r>
              <a:rPr lang="pl-PL" sz="1800" b="1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enable</a:t>
            </a:r>
            <a:endParaRPr lang="pl-PL" sz="1800" b="1" dirty="0">
              <a:effectLst/>
              <a:latin typeface="Courier New" panose="020703090202050204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pl-PL" sz="18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ipv6 </a:t>
            </a:r>
            <a:r>
              <a:rPr lang="pl-PL" sz="1800" b="1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address</a:t>
            </a:r>
            <a:r>
              <a:rPr lang="pl-PL" sz="18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2001:DB8:10:10::2/64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pl-PL" sz="18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no </a:t>
            </a:r>
            <a:r>
              <a:rPr lang="pl-PL" sz="1800" b="1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shutdown</a:t>
            </a:r>
            <a:endParaRPr lang="pl-PL" sz="1800" b="1" dirty="0">
              <a:effectLst/>
              <a:latin typeface="Courier New" panose="020703090202050204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Bef>
                <a:spcPts val="300"/>
              </a:spcBef>
              <a:spcAft>
                <a:spcPts val="300"/>
              </a:spcAft>
            </a:pPr>
            <a:endParaRPr lang="pl-PL" sz="1800" b="1" dirty="0">
              <a:effectLst/>
              <a:latin typeface="Courier New" panose="020703090202050204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pl-PL" sz="18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ipv6 </a:t>
            </a:r>
            <a:r>
              <a:rPr lang="pl-PL" sz="1800" b="1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route</a:t>
            </a:r>
            <a:r>
              <a:rPr lang="pl-PL" sz="18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::/0 2001:DB8:10:10::1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969791230"/>
      </p:ext>
    </p:extLst>
  </p:cSld>
  <p:clrMapOvr>
    <a:masterClrMapping/>
  </p:clrMapOvr>
  <p:transition spd="slow">
    <p:wip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33"/>
          <p:cNvSpPr>
            <a:spLocks noGrp="1" noChangeArrowheads="1"/>
          </p:cNvSpPr>
          <p:nvPr>
            <p:ph type="title"/>
          </p:nvPr>
        </p:nvSpPr>
        <p:spPr>
          <a:xfrm>
            <a:off x="75571" y="0"/>
            <a:ext cx="9144000" cy="757551"/>
          </a:xfrm>
        </p:spPr>
        <p:txBody>
          <a:bodyPr>
            <a:normAutofit/>
          </a:bodyPr>
          <a:lstStyle/>
          <a:p>
            <a:pPr rtl="0" eaLnBrk="1" hangingPunct="1"/>
            <a:r>
              <a:rPr lang="pl-PL" dirty="0"/>
              <a:t>PRZYKŁADOWA KONFIGURACJA DLA R20</a:t>
            </a:r>
          </a:p>
        </p:txBody>
      </p:sp>
      <p:sp>
        <p:nvSpPr>
          <p:cNvPr id="7171" name="Rectangle 34"/>
          <p:cNvSpPr>
            <a:spLocks noGrp="1" noChangeArrowheads="1"/>
          </p:cNvSpPr>
          <p:nvPr>
            <p:ph idx="4294967295"/>
          </p:nvPr>
        </p:nvSpPr>
        <p:spPr>
          <a:xfrm>
            <a:off x="2080386" y="836731"/>
            <a:ext cx="6632864" cy="3984651"/>
          </a:xfrm>
          <a:prstGeom prst="rect">
            <a:avLst/>
          </a:prstGeom>
        </p:spPr>
        <p:txBody>
          <a:bodyPr>
            <a:normAutofit fontScale="92500" lnSpcReduction="10000"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pl-PL" sz="18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en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pl-PL" sz="1800" b="1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conf</a:t>
            </a:r>
            <a:r>
              <a:rPr lang="pl-PL" sz="18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t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pl-PL" sz="1800" b="1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hostname</a:t>
            </a:r>
            <a:r>
              <a:rPr lang="pl-PL" sz="18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R20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pl-PL" sz="18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ipv6 </a:t>
            </a:r>
            <a:r>
              <a:rPr lang="pl-PL" sz="1800" b="1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unicast</a:t>
            </a:r>
            <a:r>
              <a:rPr lang="pl-PL" sz="18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-routing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endParaRPr lang="pl-PL" sz="1800" b="1" dirty="0">
              <a:effectLst/>
              <a:latin typeface="Courier New" panose="020703090202050204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pl-PL" sz="1800" b="1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interface</a:t>
            </a:r>
            <a:r>
              <a:rPr lang="pl-PL" sz="18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Gig0/0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pl-PL" sz="18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no </a:t>
            </a:r>
            <a:r>
              <a:rPr lang="pl-PL" sz="1800" b="1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ip</a:t>
            </a:r>
            <a:r>
              <a:rPr lang="pl-PL" sz="18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pl-PL" sz="1800" b="1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address</a:t>
            </a:r>
            <a:endParaRPr lang="pl-PL" sz="1800" b="1" dirty="0">
              <a:effectLst/>
              <a:latin typeface="Courier New" panose="020703090202050204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pl-PL" sz="18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ipv6 </a:t>
            </a:r>
            <a:r>
              <a:rPr lang="pl-PL" sz="1800" b="1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enable</a:t>
            </a:r>
            <a:endParaRPr lang="pl-PL" sz="1800" b="1" dirty="0">
              <a:effectLst/>
              <a:latin typeface="Courier New" panose="020703090202050204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pl-PL" sz="18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ipv6 </a:t>
            </a:r>
            <a:r>
              <a:rPr lang="pl-PL" sz="1800" b="1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address</a:t>
            </a:r>
            <a:r>
              <a:rPr lang="pl-PL" sz="18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2001:DB8:20:20::2/64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pl-PL" sz="18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no </a:t>
            </a:r>
            <a:r>
              <a:rPr lang="pl-PL" sz="1800" b="1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shutdown</a:t>
            </a:r>
            <a:endParaRPr lang="pl-PL" sz="1800" b="1" dirty="0">
              <a:effectLst/>
              <a:latin typeface="Courier New" panose="020703090202050204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Bef>
                <a:spcPts val="300"/>
              </a:spcBef>
              <a:spcAft>
                <a:spcPts val="300"/>
              </a:spcAft>
            </a:pPr>
            <a:endParaRPr lang="pl-PL" sz="1800" b="1" dirty="0">
              <a:effectLst/>
              <a:latin typeface="Courier New" panose="020703090202050204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pl-PL" sz="18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ipv6 </a:t>
            </a:r>
            <a:r>
              <a:rPr lang="pl-PL" sz="1800" b="1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route</a:t>
            </a:r>
            <a:r>
              <a:rPr lang="pl-PL" sz="18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::/0 2001:DB8:20:20::1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740892506"/>
      </p:ext>
    </p:extLst>
  </p:cSld>
  <p:clrMapOvr>
    <a:masterClrMapping/>
  </p:clrMapOvr>
  <p:transition spd="slow">
    <p:wip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33"/>
          <p:cNvSpPr>
            <a:spLocks noGrp="1" noChangeArrowheads="1"/>
          </p:cNvSpPr>
          <p:nvPr>
            <p:ph type="title"/>
          </p:nvPr>
        </p:nvSpPr>
        <p:spPr>
          <a:xfrm>
            <a:off x="75571" y="0"/>
            <a:ext cx="9144000" cy="757551"/>
          </a:xfrm>
        </p:spPr>
        <p:txBody>
          <a:bodyPr>
            <a:normAutofit/>
          </a:bodyPr>
          <a:lstStyle/>
          <a:p>
            <a:pPr rtl="0" eaLnBrk="1" hangingPunct="1"/>
            <a:r>
              <a:rPr lang="pl-PL" dirty="0"/>
              <a:t>PRZYKŁADOWA KONFIGURACJA FIREWALLA W KOMPUTERZE</a:t>
            </a:r>
          </a:p>
        </p:txBody>
      </p:sp>
      <p:pic>
        <p:nvPicPr>
          <p:cNvPr id="4" name="Obraz 3">
            <a:extLst>
              <a:ext uri="{FF2B5EF4-FFF2-40B4-BE49-F238E27FC236}">
                <a16:creationId xmlns:a16="http://schemas.microsoft.com/office/drawing/2014/main" id="{17EBB80B-313B-49AC-BAC7-59CBE3DA2A0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66874" y="757551"/>
            <a:ext cx="6313343" cy="4183723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835269238"/>
      </p:ext>
    </p:extLst>
  </p:cSld>
  <p:clrMapOvr>
    <a:masterClrMapping/>
  </p:clrMapOvr>
  <p:transition spd="slow">
    <p:wip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33"/>
          <p:cNvSpPr>
            <a:spLocks noGrp="1" noChangeArrowheads="1"/>
          </p:cNvSpPr>
          <p:nvPr>
            <p:ph type="title"/>
          </p:nvPr>
        </p:nvSpPr>
        <p:spPr>
          <a:xfrm>
            <a:off x="75571" y="0"/>
            <a:ext cx="9144000" cy="757551"/>
          </a:xfrm>
        </p:spPr>
        <p:txBody>
          <a:bodyPr>
            <a:normAutofit/>
          </a:bodyPr>
          <a:lstStyle/>
          <a:p>
            <a:pPr rtl="0" eaLnBrk="1" hangingPunct="1"/>
            <a:r>
              <a:rPr lang="pl-PL" dirty="0"/>
              <a:t>PRZYKŁADOWA KONFIGURACJA FIREWALLA W PC1</a:t>
            </a:r>
          </a:p>
        </p:txBody>
      </p:sp>
      <p:pic>
        <p:nvPicPr>
          <p:cNvPr id="4" name="Obraz 3">
            <a:extLst>
              <a:ext uri="{FF2B5EF4-FFF2-40B4-BE49-F238E27FC236}">
                <a16:creationId xmlns:a16="http://schemas.microsoft.com/office/drawing/2014/main" id="{4B1B0B7E-553C-493C-8116-C5E5684DE1D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34444" y="757551"/>
            <a:ext cx="6678283" cy="429206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431041460"/>
      </p:ext>
    </p:extLst>
  </p:cSld>
  <p:clrMapOvr>
    <a:masterClrMapping/>
  </p:clrMapOvr>
  <p:transition spd="slow">
    <p:wip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33"/>
          <p:cNvSpPr>
            <a:spLocks noGrp="1" noChangeArrowheads="1"/>
          </p:cNvSpPr>
          <p:nvPr>
            <p:ph type="title"/>
          </p:nvPr>
        </p:nvSpPr>
        <p:spPr>
          <a:xfrm>
            <a:off x="75571" y="0"/>
            <a:ext cx="9144000" cy="757551"/>
          </a:xfrm>
        </p:spPr>
        <p:txBody>
          <a:bodyPr>
            <a:normAutofit/>
          </a:bodyPr>
          <a:lstStyle/>
          <a:p>
            <a:pPr rtl="0" eaLnBrk="1" hangingPunct="1"/>
            <a:r>
              <a:rPr lang="pl-PL" dirty="0"/>
              <a:t>PRZYKŁADOWA KONFIGURACJA FIREWALLA W PC2</a:t>
            </a:r>
          </a:p>
        </p:txBody>
      </p:sp>
      <p:pic>
        <p:nvPicPr>
          <p:cNvPr id="5" name="Obraz 4">
            <a:extLst>
              <a:ext uri="{FF2B5EF4-FFF2-40B4-BE49-F238E27FC236}">
                <a16:creationId xmlns:a16="http://schemas.microsoft.com/office/drawing/2014/main" id="{E4ADE3AB-A611-4236-AFE2-4F3D5FE3F8F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51318" y="757551"/>
            <a:ext cx="6648055" cy="4319534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945635821"/>
      </p:ext>
    </p:extLst>
  </p:cSld>
  <p:clrMapOvr>
    <a:masterClrMapping/>
  </p:clrMapOvr>
  <p:transition spd="slow">
    <p:wip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33"/>
          <p:cNvSpPr>
            <a:spLocks noGrp="1" noChangeArrowheads="1"/>
          </p:cNvSpPr>
          <p:nvPr>
            <p:ph type="title"/>
          </p:nvPr>
        </p:nvSpPr>
        <p:spPr>
          <a:xfrm>
            <a:off x="75571" y="0"/>
            <a:ext cx="9144000" cy="757551"/>
          </a:xfrm>
        </p:spPr>
        <p:txBody>
          <a:bodyPr>
            <a:normAutofit/>
          </a:bodyPr>
          <a:lstStyle/>
          <a:p>
            <a:pPr rtl="0" eaLnBrk="1" hangingPunct="1"/>
            <a:r>
              <a:rPr lang="pl-PL" dirty="0"/>
              <a:t>PRZYKŁADOWA KONFIGURACJA FIREWALLA W SERWERZE</a:t>
            </a:r>
          </a:p>
        </p:txBody>
      </p:sp>
      <p:pic>
        <p:nvPicPr>
          <p:cNvPr id="5" name="Obraz 4">
            <a:extLst>
              <a:ext uri="{FF2B5EF4-FFF2-40B4-BE49-F238E27FC236}">
                <a16:creationId xmlns:a16="http://schemas.microsoft.com/office/drawing/2014/main" id="{0FDBB5F4-6885-4128-8812-BDCDAA797B1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20715" y="757551"/>
            <a:ext cx="4956700" cy="4274256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66145726"/>
      </p:ext>
    </p:extLst>
  </p:cSld>
  <p:clrMapOvr>
    <a:masterClrMapping/>
  </p:clrMapOvr>
  <p:transition spd="slow">
    <p:wip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33"/>
          <p:cNvSpPr>
            <a:spLocks noGrp="1" noChangeArrowheads="1"/>
          </p:cNvSpPr>
          <p:nvPr>
            <p:ph type="title"/>
          </p:nvPr>
        </p:nvSpPr>
        <p:spPr>
          <a:xfrm>
            <a:off x="75571" y="0"/>
            <a:ext cx="9144000" cy="757551"/>
          </a:xfrm>
        </p:spPr>
        <p:txBody>
          <a:bodyPr>
            <a:normAutofit/>
          </a:bodyPr>
          <a:lstStyle/>
          <a:p>
            <a:pPr rtl="0" eaLnBrk="1" hangingPunct="1"/>
            <a:r>
              <a:rPr lang="pl-PL" dirty="0"/>
              <a:t>PRZYKŁADOWA KONFIGURACJA FIREWALLA W SERWERZE</a:t>
            </a:r>
          </a:p>
        </p:txBody>
      </p:sp>
      <p:pic>
        <p:nvPicPr>
          <p:cNvPr id="4" name="Obraz 3">
            <a:extLst>
              <a:ext uri="{FF2B5EF4-FFF2-40B4-BE49-F238E27FC236}">
                <a16:creationId xmlns:a16="http://schemas.microsoft.com/office/drawing/2014/main" id="{DD8BFD5B-577C-483A-8266-FF3D9BDD17B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17050" y="816772"/>
            <a:ext cx="7208652" cy="4253992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474097761"/>
      </p:ext>
    </p:extLst>
  </p:cSld>
  <p:clrMapOvr>
    <a:masterClrMapping/>
  </p:clrMapOvr>
  <p:transition spd="slow">
    <p:wip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33"/>
          <p:cNvSpPr>
            <a:spLocks noGrp="1" noChangeArrowheads="1"/>
          </p:cNvSpPr>
          <p:nvPr>
            <p:ph type="title"/>
          </p:nvPr>
        </p:nvSpPr>
        <p:spPr>
          <a:xfrm>
            <a:off x="75571" y="0"/>
            <a:ext cx="9144000" cy="757551"/>
          </a:xfrm>
        </p:spPr>
        <p:txBody>
          <a:bodyPr>
            <a:normAutofit/>
          </a:bodyPr>
          <a:lstStyle/>
          <a:p>
            <a:pPr rtl="0" eaLnBrk="1" hangingPunct="1"/>
            <a:r>
              <a:rPr lang="pl-PL" dirty="0"/>
              <a:t>PRZYKŁADOWA KONFIGURACJA FIREWALLA W SERWERZE</a:t>
            </a:r>
          </a:p>
        </p:txBody>
      </p:sp>
      <p:pic>
        <p:nvPicPr>
          <p:cNvPr id="4" name="Obraz 3">
            <a:extLst>
              <a:ext uri="{FF2B5EF4-FFF2-40B4-BE49-F238E27FC236}">
                <a16:creationId xmlns:a16="http://schemas.microsoft.com/office/drawing/2014/main" id="{7FDE081F-38F8-4268-AD55-1BF8881672E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5842" y="997479"/>
            <a:ext cx="8318158" cy="3541747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047261914"/>
      </p:ext>
    </p:extLst>
  </p:cSld>
  <p:clrMapOvr>
    <a:masterClrMapping/>
  </p:clrMapOvr>
  <p:transition spd="slow">
    <p:wip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33"/>
          <p:cNvSpPr>
            <a:spLocks noGrp="1" noChangeArrowheads="1"/>
          </p:cNvSpPr>
          <p:nvPr>
            <p:ph type="title"/>
          </p:nvPr>
        </p:nvSpPr>
        <p:spPr>
          <a:xfrm>
            <a:off x="75571" y="0"/>
            <a:ext cx="9144000" cy="757551"/>
          </a:xfrm>
        </p:spPr>
        <p:txBody>
          <a:bodyPr>
            <a:normAutofit/>
          </a:bodyPr>
          <a:lstStyle/>
          <a:p>
            <a:pPr rtl="0" eaLnBrk="1" hangingPunct="1"/>
            <a:r>
              <a:rPr lang="pl-PL" dirty="0"/>
              <a:t>PRZYKŁADOWA KONFIGURACJA FIREWALLA W SERWERZE</a:t>
            </a:r>
          </a:p>
        </p:txBody>
      </p:sp>
      <p:graphicFrame>
        <p:nvGraphicFramePr>
          <p:cNvPr id="2" name="Tabela 1">
            <a:extLst>
              <a:ext uri="{FF2B5EF4-FFF2-40B4-BE49-F238E27FC236}">
                <a16:creationId xmlns:a16="http://schemas.microsoft.com/office/drawing/2014/main" id="{6A2E277E-61EF-4D9E-9FF1-AAC618B74EC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46773124"/>
              </p:ext>
            </p:extLst>
          </p:nvPr>
        </p:nvGraphicFramePr>
        <p:xfrm>
          <a:off x="1229423" y="1099233"/>
          <a:ext cx="7068190" cy="323849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420714">
                  <a:extLst>
                    <a:ext uri="{9D8B030D-6E8A-4147-A177-3AD203B41FA5}">
                      <a16:colId xmlns:a16="http://schemas.microsoft.com/office/drawing/2014/main" val="2326319511"/>
                    </a:ext>
                  </a:extLst>
                </a:gridCol>
                <a:gridCol w="1227755">
                  <a:extLst>
                    <a:ext uri="{9D8B030D-6E8A-4147-A177-3AD203B41FA5}">
                      <a16:colId xmlns:a16="http://schemas.microsoft.com/office/drawing/2014/main" val="1281746124"/>
                    </a:ext>
                  </a:extLst>
                </a:gridCol>
                <a:gridCol w="1282367">
                  <a:extLst>
                    <a:ext uri="{9D8B030D-6E8A-4147-A177-3AD203B41FA5}">
                      <a16:colId xmlns:a16="http://schemas.microsoft.com/office/drawing/2014/main" val="3909181729"/>
                    </a:ext>
                  </a:extLst>
                </a:gridCol>
                <a:gridCol w="1679820">
                  <a:extLst>
                    <a:ext uri="{9D8B030D-6E8A-4147-A177-3AD203B41FA5}">
                      <a16:colId xmlns:a16="http://schemas.microsoft.com/office/drawing/2014/main" val="1803153552"/>
                    </a:ext>
                  </a:extLst>
                </a:gridCol>
                <a:gridCol w="1260118">
                  <a:extLst>
                    <a:ext uri="{9D8B030D-6E8A-4147-A177-3AD203B41FA5}">
                      <a16:colId xmlns:a16="http://schemas.microsoft.com/office/drawing/2014/main" val="994402318"/>
                    </a:ext>
                  </a:extLst>
                </a:gridCol>
                <a:gridCol w="1197416">
                  <a:extLst>
                    <a:ext uri="{9D8B030D-6E8A-4147-A177-3AD203B41FA5}">
                      <a16:colId xmlns:a16="http://schemas.microsoft.com/office/drawing/2014/main" val="2340779987"/>
                    </a:ext>
                  </a:extLst>
                </a:gridCol>
              </a:tblGrid>
              <a:tr h="591606">
                <a:tc>
                  <a:txBody>
                    <a:bodyPr/>
                    <a:lstStyle/>
                    <a:p>
                      <a:pPr algn="ctr">
                        <a:lnSpc>
                          <a:spcPct val="130000"/>
                        </a:lnSpc>
                      </a:pPr>
                      <a:r>
                        <a:rPr lang="pl-PL" sz="1000">
                          <a:effectLst/>
                        </a:rPr>
                        <a:t>#</a:t>
                      </a:r>
                      <a:endParaRPr lang="pl-PL" sz="1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30000"/>
                        </a:lnSpc>
                      </a:pPr>
                      <a:r>
                        <a:rPr lang="pl-PL" sz="1000">
                          <a:effectLst/>
                        </a:rPr>
                        <a:t>Action</a:t>
                      </a:r>
                      <a:endParaRPr lang="pl-PL" sz="1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30000"/>
                        </a:lnSpc>
                      </a:pPr>
                      <a:r>
                        <a:rPr lang="pl-PL" sz="1000">
                          <a:effectLst/>
                        </a:rPr>
                        <a:t>Protocol</a:t>
                      </a:r>
                      <a:endParaRPr lang="pl-PL" sz="1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30000"/>
                        </a:lnSpc>
                      </a:pPr>
                      <a:r>
                        <a:rPr lang="pl-PL" sz="1000">
                          <a:effectLst/>
                        </a:rPr>
                        <a:t>Remote IP/Prefix</a:t>
                      </a:r>
                      <a:endParaRPr lang="pl-PL" sz="1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30000"/>
                        </a:lnSpc>
                      </a:pPr>
                      <a:r>
                        <a:rPr lang="pl-PL" sz="1000">
                          <a:effectLst/>
                        </a:rPr>
                        <a:t>Remote Port</a:t>
                      </a:r>
                      <a:endParaRPr lang="pl-PL" sz="1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30000"/>
                        </a:lnSpc>
                      </a:pPr>
                      <a:r>
                        <a:rPr lang="pl-PL" sz="1000">
                          <a:effectLst/>
                        </a:rPr>
                        <a:t>Local Port</a:t>
                      </a:r>
                      <a:endParaRPr lang="pl-PL" sz="1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495538515"/>
                  </a:ext>
                </a:extLst>
              </a:tr>
              <a:tr h="591705">
                <a:tc>
                  <a:txBody>
                    <a:bodyPr/>
                    <a:lstStyle/>
                    <a:p>
                      <a:pPr algn="ctr">
                        <a:lnSpc>
                          <a:spcPct val="130000"/>
                        </a:lnSpc>
                      </a:pPr>
                      <a:r>
                        <a:rPr lang="pl-PL" sz="1000">
                          <a:effectLst/>
                        </a:rPr>
                        <a:t>1</a:t>
                      </a:r>
                      <a:endParaRPr lang="pl-PL" sz="1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30000"/>
                        </a:lnSpc>
                      </a:pPr>
                      <a:r>
                        <a:rPr lang="pl-PL" sz="1000">
                          <a:effectLst/>
                        </a:rPr>
                        <a:t>Allow</a:t>
                      </a:r>
                      <a:endParaRPr lang="pl-PL" sz="1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30000"/>
                        </a:lnSpc>
                      </a:pPr>
                      <a:r>
                        <a:rPr lang="pl-PL" sz="1000">
                          <a:effectLst/>
                        </a:rPr>
                        <a:t>ICMPV6</a:t>
                      </a:r>
                      <a:endParaRPr lang="pl-PL" sz="1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30000"/>
                        </a:lnSpc>
                      </a:pPr>
                      <a:r>
                        <a:rPr lang="pl-PL" sz="1000">
                          <a:effectLst/>
                        </a:rPr>
                        <a:t>2001:DB8:B::/64</a:t>
                      </a:r>
                      <a:endParaRPr lang="pl-PL" sz="1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30000"/>
                        </a:lnSpc>
                      </a:pPr>
                      <a:r>
                        <a:rPr lang="pl-PL" sz="1000">
                          <a:effectLst/>
                        </a:rPr>
                        <a:t>any</a:t>
                      </a:r>
                      <a:endParaRPr lang="pl-PL" sz="1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30000"/>
                        </a:lnSpc>
                      </a:pPr>
                      <a:r>
                        <a:rPr lang="pl-PL" sz="1000">
                          <a:effectLst/>
                        </a:rPr>
                        <a:t>-</a:t>
                      </a:r>
                      <a:endParaRPr lang="pl-PL" sz="1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359309395"/>
                  </a:ext>
                </a:extLst>
              </a:tr>
              <a:tr h="591705">
                <a:tc>
                  <a:txBody>
                    <a:bodyPr/>
                    <a:lstStyle/>
                    <a:p>
                      <a:pPr algn="ctr">
                        <a:lnSpc>
                          <a:spcPct val="130000"/>
                        </a:lnSpc>
                      </a:pPr>
                      <a:r>
                        <a:rPr lang="pl-PL" sz="1000">
                          <a:effectLst/>
                        </a:rPr>
                        <a:t>2</a:t>
                      </a:r>
                      <a:endParaRPr lang="pl-PL" sz="1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30000"/>
                        </a:lnSpc>
                      </a:pPr>
                      <a:r>
                        <a:rPr lang="pl-PL" sz="1000">
                          <a:effectLst/>
                        </a:rPr>
                        <a:t>Allow</a:t>
                      </a:r>
                      <a:endParaRPr lang="pl-PL" sz="1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30000"/>
                        </a:lnSpc>
                      </a:pPr>
                      <a:r>
                        <a:rPr lang="pl-PL" sz="1000">
                          <a:effectLst/>
                        </a:rPr>
                        <a:t>TCP</a:t>
                      </a:r>
                      <a:endParaRPr lang="pl-PL" sz="1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30000"/>
                        </a:lnSpc>
                      </a:pPr>
                      <a:r>
                        <a:rPr lang="pl-PL" sz="1000">
                          <a:effectLst/>
                        </a:rPr>
                        <a:t>2001:DB8:B::/64</a:t>
                      </a:r>
                      <a:endParaRPr lang="pl-PL" sz="1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30000"/>
                        </a:lnSpc>
                      </a:pPr>
                      <a:r>
                        <a:rPr lang="pl-PL" sz="1000">
                          <a:effectLst/>
                        </a:rPr>
                        <a:t>any</a:t>
                      </a:r>
                      <a:endParaRPr lang="pl-PL" sz="1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30000"/>
                        </a:lnSpc>
                      </a:pPr>
                      <a:r>
                        <a:rPr lang="pl-PL" sz="1000">
                          <a:effectLst/>
                        </a:rPr>
                        <a:t>21</a:t>
                      </a:r>
                      <a:endParaRPr lang="pl-PL" sz="1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797111390"/>
                  </a:ext>
                </a:extLst>
              </a:tr>
              <a:tr h="591705">
                <a:tc>
                  <a:txBody>
                    <a:bodyPr/>
                    <a:lstStyle/>
                    <a:p>
                      <a:pPr algn="ctr">
                        <a:lnSpc>
                          <a:spcPct val="130000"/>
                        </a:lnSpc>
                      </a:pPr>
                      <a:r>
                        <a:rPr lang="pl-PL" sz="1000">
                          <a:effectLst/>
                        </a:rPr>
                        <a:t>3</a:t>
                      </a:r>
                      <a:endParaRPr lang="pl-PL" sz="1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30000"/>
                        </a:lnSpc>
                      </a:pPr>
                      <a:r>
                        <a:rPr lang="pl-PL" sz="1000">
                          <a:effectLst/>
                        </a:rPr>
                        <a:t>Allow</a:t>
                      </a:r>
                      <a:endParaRPr lang="pl-PL" sz="1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30000"/>
                        </a:lnSpc>
                      </a:pPr>
                      <a:r>
                        <a:rPr lang="pl-PL" sz="1000">
                          <a:effectLst/>
                        </a:rPr>
                        <a:t>TCP</a:t>
                      </a:r>
                      <a:endParaRPr lang="pl-PL" sz="1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30000"/>
                        </a:lnSpc>
                      </a:pPr>
                      <a:r>
                        <a:rPr lang="pl-PL" sz="1000">
                          <a:effectLst/>
                        </a:rPr>
                        <a:t>2001:DB8:C::/64</a:t>
                      </a:r>
                      <a:endParaRPr lang="pl-PL" sz="1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30000"/>
                        </a:lnSpc>
                      </a:pPr>
                      <a:r>
                        <a:rPr lang="pl-PL" sz="1000">
                          <a:effectLst/>
                        </a:rPr>
                        <a:t>any</a:t>
                      </a:r>
                      <a:endParaRPr lang="pl-PL" sz="1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30000"/>
                        </a:lnSpc>
                      </a:pPr>
                      <a:r>
                        <a:rPr lang="pl-PL" sz="1000">
                          <a:effectLst/>
                        </a:rPr>
                        <a:t>80</a:t>
                      </a:r>
                      <a:endParaRPr lang="pl-PL" sz="1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480007297"/>
                  </a:ext>
                </a:extLst>
              </a:tr>
              <a:tr h="591705">
                <a:tc>
                  <a:txBody>
                    <a:bodyPr/>
                    <a:lstStyle/>
                    <a:p>
                      <a:pPr algn="ctr">
                        <a:lnSpc>
                          <a:spcPct val="130000"/>
                        </a:lnSpc>
                      </a:pPr>
                      <a:r>
                        <a:rPr lang="pl-PL" sz="1000">
                          <a:effectLst/>
                        </a:rPr>
                        <a:t>4</a:t>
                      </a:r>
                      <a:endParaRPr lang="pl-PL" sz="1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30000"/>
                        </a:lnSpc>
                      </a:pPr>
                      <a:r>
                        <a:rPr lang="pl-PL" sz="1000">
                          <a:effectLst/>
                        </a:rPr>
                        <a:t>Allow</a:t>
                      </a:r>
                      <a:endParaRPr lang="pl-PL" sz="1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30000"/>
                        </a:lnSpc>
                      </a:pPr>
                      <a:r>
                        <a:rPr lang="pl-PL" sz="1000">
                          <a:effectLst/>
                        </a:rPr>
                        <a:t>TCP</a:t>
                      </a:r>
                      <a:endParaRPr lang="pl-PL" sz="1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30000"/>
                        </a:lnSpc>
                      </a:pPr>
                      <a:r>
                        <a:rPr lang="pl-PL" sz="1000">
                          <a:effectLst/>
                        </a:rPr>
                        <a:t>2001:DB8:C::/64</a:t>
                      </a:r>
                      <a:endParaRPr lang="pl-PL" sz="1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30000"/>
                        </a:lnSpc>
                      </a:pPr>
                      <a:r>
                        <a:rPr lang="pl-PL" sz="1000">
                          <a:effectLst/>
                        </a:rPr>
                        <a:t>any</a:t>
                      </a:r>
                      <a:endParaRPr lang="pl-PL" sz="1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30000"/>
                        </a:lnSpc>
                      </a:pPr>
                      <a:r>
                        <a:rPr lang="pl-PL" sz="1000">
                          <a:effectLst/>
                        </a:rPr>
                        <a:t>443</a:t>
                      </a:r>
                      <a:endParaRPr lang="pl-PL" sz="1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199915871"/>
                  </a:ext>
                </a:extLst>
              </a:tr>
              <a:tr h="280071">
                <a:tc>
                  <a:txBody>
                    <a:bodyPr/>
                    <a:lstStyle/>
                    <a:p>
                      <a:pPr algn="ctr">
                        <a:lnSpc>
                          <a:spcPct val="130000"/>
                        </a:lnSpc>
                      </a:pPr>
                      <a:r>
                        <a:rPr lang="pl-PL" sz="1000">
                          <a:effectLst/>
                        </a:rPr>
                        <a:t>5</a:t>
                      </a:r>
                      <a:endParaRPr lang="pl-PL" sz="1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30000"/>
                        </a:lnSpc>
                      </a:pPr>
                      <a:r>
                        <a:rPr lang="pl-PL" sz="1000">
                          <a:effectLst/>
                        </a:rPr>
                        <a:t>Allow</a:t>
                      </a:r>
                      <a:endParaRPr lang="pl-PL" sz="1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30000"/>
                        </a:lnSpc>
                      </a:pPr>
                      <a:r>
                        <a:rPr lang="pl-PL" sz="1000">
                          <a:effectLst/>
                        </a:rPr>
                        <a:t>UDP</a:t>
                      </a:r>
                      <a:endParaRPr lang="pl-PL" sz="1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30000"/>
                        </a:lnSpc>
                      </a:pPr>
                      <a:r>
                        <a:rPr lang="pl-PL" sz="1000">
                          <a:effectLst/>
                        </a:rPr>
                        <a:t>::/0</a:t>
                      </a:r>
                      <a:endParaRPr lang="pl-PL" sz="1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30000"/>
                        </a:lnSpc>
                      </a:pPr>
                      <a:r>
                        <a:rPr lang="pl-PL" sz="1000">
                          <a:effectLst/>
                        </a:rPr>
                        <a:t>any</a:t>
                      </a:r>
                      <a:endParaRPr lang="pl-PL" sz="1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30000"/>
                        </a:lnSpc>
                      </a:pPr>
                      <a:r>
                        <a:rPr lang="pl-PL" sz="1000" dirty="0">
                          <a:effectLst/>
                        </a:rPr>
                        <a:t>53</a:t>
                      </a:r>
                      <a:endParaRPr lang="pl-PL" sz="10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65876752"/>
                  </a:ext>
                </a:extLst>
              </a:tr>
            </a:tbl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2087389442"/>
      </p:ext>
    </p:extLst>
  </p:cSld>
  <p:clrMapOvr>
    <a:masterClrMapping/>
  </p:clrMapOvr>
  <p:transition spd="slow">
    <p:wip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33"/>
          <p:cNvSpPr>
            <a:spLocks noGrp="1" noChangeArrowheads="1"/>
          </p:cNvSpPr>
          <p:nvPr>
            <p:ph type="title"/>
          </p:nvPr>
        </p:nvSpPr>
        <p:spPr>
          <a:xfrm>
            <a:off x="75571" y="0"/>
            <a:ext cx="9144000" cy="757551"/>
          </a:xfrm>
        </p:spPr>
        <p:txBody>
          <a:bodyPr>
            <a:normAutofit/>
          </a:bodyPr>
          <a:lstStyle/>
          <a:p>
            <a:pPr rtl="0" eaLnBrk="1" hangingPunct="1"/>
            <a:r>
              <a:rPr lang="pl-PL" dirty="0"/>
              <a:t>PRZYKŁADOWA KONFIGURACJA FIREWALLA W SERWERZE</a:t>
            </a:r>
          </a:p>
        </p:txBody>
      </p:sp>
      <p:pic>
        <p:nvPicPr>
          <p:cNvPr id="4" name="Obraz 3">
            <a:extLst>
              <a:ext uri="{FF2B5EF4-FFF2-40B4-BE49-F238E27FC236}">
                <a16:creationId xmlns:a16="http://schemas.microsoft.com/office/drawing/2014/main" id="{AFF50650-CD9B-4478-A14D-390FDD7F54F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64673" y="525877"/>
            <a:ext cx="6391116" cy="4617623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885340993"/>
      </p:ext>
    </p:extLst>
  </p:cSld>
  <p:clrMapOvr>
    <a:masterClrMapping/>
  </p:clrMapOvr>
  <p:transition spd="slow">
    <p:wipe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COUNT" val="65"/>
  <p:tag name="ARTICULATE_PROJECT_OPEN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Default Theme">
  <a:themeElements>
    <a:clrScheme name="Neon">
      <a:dk1>
        <a:srgbClr val="000000"/>
      </a:dk1>
      <a:lt1>
        <a:sysClr val="window" lastClr="FFFFFF"/>
      </a:lt1>
      <a:dk2>
        <a:srgbClr val="5E5E5E"/>
      </a:dk2>
      <a:lt2>
        <a:srgbClr val="DDDDDD"/>
      </a:lt2>
      <a:accent1>
        <a:srgbClr val="418AB3"/>
      </a:accent1>
      <a:accent2>
        <a:srgbClr val="A6B727"/>
      </a:accent2>
      <a:accent3>
        <a:srgbClr val="F69200"/>
      </a:accent3>
      <a:accent4>
        <a:srgbClr val="838383"/>
      </a:accent4>
      <a:accent5>
        <a:srgbClr val="FEC306"/>
      </a:accent5>
      <a:accent6>
        <a:srgbClr val="DF5327"/>
      </a:accent6>
      <a:hlink>
        <a:srgbClr val="F59E00"/>
      </a:hlink>
      <a:folHlink>
        <a:srgbClr val="B2B2B2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36A4D7"/>
        </a:solidFill>
        <a:ln>
          <a:noFill/>
        </a:ln>
        <a:effectLst/>
      </a:spPr>
      <a:bodyPr rtlCol="0" anchor="ctr"/>
      <a:lstStyle>
        <a:defPPr algn="ctr">
          <a:defRPr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ITE7_Chp1_Example-1" id="{4A20ED44-3835-F149-9AE4-C332C230E09E}" vid="{AFB5BC48-58F8-AD45-912F-AE2AD65EB694}"/>
    </a:ext>
  </a:extLst>
</a:theme>
</file>

<file path=ppt/theme/theme2.xml><?xml version="1.0" encoding="utf-8"?>
<a:theme xmlns:a="http://schemas.openxmlformats.org/drawingml/2006/main" name="Smuga">
  <a:themeElements>
    <a:clrScheme name="Smuga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Smuga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muga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theme/theme3.xml><?xml version="1.0" encoding="utf-8"?>
<a:theme xmlns:a="http://schemas.openxmlformats.org/drawingml/2006/main" name="2_Smuga">
  <a:themeElements>
    <a:clrScheme name="Smuga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Smuga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muga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Default Theme</Template>
  <TotalTime>12445</TotalTime>
  <Words>500</Words>
  <Application>Microsoft Office PowerPoint</Application>
  <PresentationFormat>Pokaz na ekranie (16:9)</PresentationFormat>
  <Paragraphs>200</Paragraphs>
  <Slides>18</Slides>
  <Notes>18</Notes>
  <HiddenSlides>17</HiddenSlides>
  <MMClips>0</MMClips>
  <ScaleCrop>false</ScaleCrop>
  <HeadingPairs>
    <vt:vector size="6" baseType="variant">
      <vt:variant>
        <vt:lpstr>Używane czcionki</vt:lpstr>
      </vt:variant>
      <vt:variant>
        <vt:i4>8</vt:i4>
      </vt:variant>
      <vt:variant>
        <vt:lpstr>Motyw</vt:lpstr>
      </vt:variant>
      <vt:variant>
        <vt:i4>3</vt:i4>
      </vt:variant>
      <vt:variant>
        <vt:lpstr>Tytuły slajdów</vt:lpstr>
      </vt:variant>
      <vt:variant>
        <vt:i4>18</vt:i4>
      </vt:variant>
    </vt:vector>
  </HeadingPairs>
  <TitlesOfParts>
    <vt:vector size="29" baseType="lpstr">
      <vt:lpstr>Arial</vt:lpstr>
      <vt:lpstr>Calibri</vt:lpstr>
      <vt:lpstr>Century Gothic</vt:lpstr>
      <vt:lpstr>CiscoSans ExtraLight</vt:lpstr>
      <vt:lpstr>Courier New</vt:lpstr>
      <vt:lpstr>Times New Roman</vt:lpstr>
      <vt:lpstr>Wingdings</vt:lpstr>
      <vt:lpstr>Wingdings 3</vt:lpstr>
      <vt:lpstr>Default Theme</vt:lpstr>
      <vt:lpstr>Smuga</vt:lpstr>
      <vt:lpstr>2_Smuga</vt:lpstr>
      <vt:lpstr>INNE ZAGADNENIA DOTYCZĄCE IPV6 </vt:lpstr>
      <vt:lpstr>SERWER SSH DLA IPV6 W ROUTERZE</vt:lpstr>
      <vt:lpstr>PRZYKŁADOWA KONFIGURACJA SERWERA SSH DLA IPV6</vt:lpstr>
      <vt:lpstr>PRZYKŁADOWA KONFIGURACJA SERWERA SSH DLA IPV6</vt:lpstr>
      <vt:lpstr>ROUTER ON THE STICK W IPV6</vt:lpstr>
      <vt:lpstr>PRZYKŁADOWA KONFIGURACJA DLA R1</vt:lpstr>
      <vt:lpstr>PRZYKŁADOWA KONFIGURACJA DLA R1</vt:lpstr>
      <vt:lpstr>PRZYKŁADOWA KONFIGURACJA DLA L2-Switch</vt:lpstr>
      <vt:lpstr>PRZYKŁADOWA KONFIGURACJA DLA R10</vt:lpstr>
      <vt:lpstr>PRZYKŁADOWA KONFIGURACJA DLA R20</vt:lpstr>
      <vt:lpstr>PRZYKŁADOWA KONFIGURACJA FIREWALLA W KOMPUTERZE</vt:lpstr>
      <vt:lpstr>PRZYKŁADOWA KONFIGURACJA FIREWALLA W PC1</vt:lpstr>
      <vt:lpstr>PRZYKŁADOWA KONFIGURACJA FIREWALLA W PC2</vt:lpstr>
      <vt:lpstr>PRZYKŁADOWA KONFIGURACJA FIREWALLA W SERWERZE</vt:lpstr>
      <vt:lpstr>PRZYKŁADOWA KONFIGURACJA FIREWALLA W SERWERZE</vt:lpstr>
      <vt:lpstr>PRZYKŁADOWA KONFIGURACJA FIREWALLA W SERWERZE</vt:lpstr>
      <vt:lpstr>PRZYKŁADOWA KONFIGURACJA FIREWALLA W SERWERZE</vt:lpstr>
      <vt:lpstr>PRZYKŁADOWA KONFIGURACJA FIREWALLA W SERWERZE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2: Basic Switch and End Device Configuration</dc:title>
  <dc:creator>Stephanie Harvey</dc:creator>
  <cp:lastModifiedBy>Jerzy Kluczewski</cp:lastModifiedBy>
  <cp:revision>406</cp:revision>
  <dcterms:created xsi:type="dcterms:W3CDTF">2019-10-18T06:21:22Z</dcterms:created>
  <dcterms:modified xsi:type="dcterms:W3CDTF">2022-11-21T21:16:41Z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Offisync_ProviderInitializationData">
    <vt:lpwstr>https://cisco.jiveon.com</vt:lpwstr>
  </property>
  <property fmtid="{D5CDD505-2E9C-101B-9397-08002B2CF9AE}" pid="3" name="Offisync_UpdateToken">
    <vt:lpwstr>1</vt:lpwstr>
  </property>
  <property fmtid="{D5CDD505-2E9C-101B-9397-08002B2CF9AE}" pid="4" name="Offisync_ServerID">
    <vt:lpwstr>07841bbc-cd3c-4a76-827f-75a2226890f4</vt:lpwstr>
  </property>
  <property fmtid="{D5CDD505-2E9C-101B-9397-08002B2CF9AE}" pid="5" name="Offisync_UniqueId">
    <vt:lpwstr>1702406</vt:lpwstr>
  </property>
  <property fmtid="{D5CDD505-2E9C-101B-9397-08002B2CF9AE}" pid="6" name="Jive_VersionGuid">
    <vt:lpwstr>fd96a0b3-f68d-4727-8e4f-2128d37ed30a</vt:lpwstr>
  </property>
  <property fmtid="{D5CDD505-2E9C-101B-9397-08002B2CF9AE}" pid="7" name="Jive_LatestUserAccountName">
    <vt:lpwstr>alljohns</vt:lpwstr>
  </property>
  <property fmtid="{D5CDD505-2E9C-101B-9397-08002B2CF9AE}" pid="8" name="ArticulateGUID">
    <vt:lpwstr>F9A496F7-57D7-4028-9572-D40DFDF3715A</vt:lpwstr>
  </property>
  <property fmtid="{D5CDD505-2E9C-101B-9397-08002B2CF9AE}" pid="9" name="ArticulatePath">
    <vt:lpwstr>ITE7_Chp9_by_jg</vt:lpwstr>
  </property>
</Properties>
</file>