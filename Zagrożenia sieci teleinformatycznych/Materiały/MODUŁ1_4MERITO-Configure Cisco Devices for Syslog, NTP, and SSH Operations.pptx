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4"/>
  </p:sldMasterIdLst>
  <p:notesMasterIdLst>
    <p:notesMasterId r:id="rId14"/>
  </p:notesMasterIdLst>
  <p:sldIdLst>
    <p:sldId id="333" r:id="rId5"/>
    <p:sldId id="326" r:id="rId6"/>
    <p:sldId id="327" r:id="rId7"/>
    <p:sldId id="328" r:id="rId8"/>
    <p:sldId id="329" r:id="rId9"/>
    <p:sldId id="330" r:id="rId10"/>
    <p:sldId id="332" r:id="rId11"/>
    <p:sldId id="331" r:id="rId12"/>
    <p:sldId id="334" r:id="rId13"/>
  </p:sldIdLst>
  <p:sldSz cx="10691813" cy="7559675"/>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381">
          <p15:clr>
            <a:srgbClr val="A4A3A4"/>
          </p15:clr>
        </p15:guide>
        <p15:guide id="2" pos="33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1182" y="96"/>
      </p:cViewPr>
      <p:guideLst>
        <p:guide orient="horz" pos="2381"/>
        <p:guide pos="3368"/>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246188" y="1143000"/>
            <a:ext cx="43656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pl-PL"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9937105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ajd tytuł + treść - 1 kolumna" userDrawn="1">
  <p:cSld name="slajd tytuł + treść - 1 kolumna">
    <p:spTree>
      <p:nvGrpSpPr>
        <p:cNvPr id="1" name="Shape 44"/>
        <p:cNvGrpSpPr/>
        <p:nvPr/>
      </p:nvGrpSpPr>
      <p:grpSpPr>
        <a:xfrm>
          <a:off x="0" y="0"/>
          <a:ext cx="0" cy="0"/>
          <a:chOff x="0" y="0"/>
          <a:chExt cx="0" cy="0"/>
        </a:xfrm>
      </p:grpSpPr>
      <p:sp>
        <p:nvSpPr>
          <p:cNvPr id="45" name="Google Shape;45;p5"/>
          <p:cNvSpPr txBox="1">
            <a:spLocks noGrp="1"/>
          </p:cNvSpPr>
          <p:nvPr>
            <p:ph type="title"/>
          </p:nvPr>
        </p:nvSpPr>
        <p:spPr>
          <a:xfrm>
            <a:off x="520700" y="774883"/>
            <a:ext cx="9650413" cy="443198"/>
          </a:xfrm>
          <a:prstGeom prst="rect">
            <a:avLst/>
          </a:prstGeom>
          <a:noFill/>
          <a:ln>
            <a:noFill/>
          </a:ln>
        </p:spPr>
        <p:txBody>
          <a:bodyPr spcFirstLastPara="1" wrap="square" lIns="0" tIns="0" rIns="0" bIns="0" anchor="t" anchorCtr="0"/>
          <a:lstStyle>
            <a:lvl1pPr marR="0" lvl="0" algn="l" rtl="0">
              <a:lnSpc>
                <a:spcPct val="90000"/>
              </a:lnSpc>
              <a:spcBef>
                <a:spcPts val="0"/>
              </a:spcBef>
              <a:spcAft>
                <a:spcPts val="0"/>
              </a:spcAft>
              <a:buClr>
                <a:schemeClr val="dk1"/>
              </a:buClr>
              <a:buSzPts val="3200"/>
              <a:buFont typeface="Georgia"/>
              <a:buNone/>
              <a:defRPr sz="3200" b="1" i="0" u="none" strike="noStrike" cap="none">
                <a:solidFill>
                  <a:schemeClr val="dk1"/>
                </a:solidFill>
                <a:latin typeface="Georgia"/>
                <a:ea typeface="Georgia"/>
                <a:cs typeface="Georgia"/>
                <a:sym typeface="Georg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6" name="Google Shape;46;p5"/>
          <p:cNvSpPr txBox="1">
            <a:spLocks noGrp="1"/>
          </p:cNvSpPr>
          <p:nvPr>
            <p:ph type="body" idx="1"/>
          </p:nvPr>
        </p:nvSpPr>
        <p:spPr>
          <a:xfrm>
            <a:off x="520700" y="1538713"/>
            <a:ext cx="9650413" cy="4772053"/>
          </a:xfrm>
          <a:prstGeom prst="rect">
            <a:avLst/>
          </a:prstGeom>
          <a:noFill/>
          <a:ln>
            <a:noFill/>
          </a:ln>
        </p:spPr>
        <p:txBody>
          <a:bodyPr spcFirstLastPara="1" wrap="square" lIns="0" tIns="0" rIns="0" bIns="0" anchor="t" anchorCtr="0"/>
          <a:lstStyle>
            <a:lvl1pPr marL="457200" marR="0" lvl="0" indent="-228600" algn="l" rtl="0">
              <a:lnSpc>
                <a:spcPct val="90000"/>
              </a:lnSpc>
              <a:spcBef>
                <a:spcPts val="1102"/>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1pPr>
            <a:lvl2pPr marL="914400" marR="0" lvl="1" indent="-304800" algn="l" rtl="0">
              <a:lnSpc>
                <a:spcPct val="90000"/>
              </a:lnSpc>
              <a:spcBef>
                <a:spcPts val="551"/>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51"/>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51"/>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51"/>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54583" algn="l" rtl="0">
              <a:lnSpc>
                <a:spcPct val="90000"/>
              </a:lnSpc>
              <a:spcBef>
                <a:spcPts val="551"/>
              </a:spcBef>
              <a:spcAft>
                <a:spcPts val="0"/>
              </a:spcAft>
              <a:buClr>
                <a:schemeClr val="dk1"/>
              </a:buClr>
              <a:buSzPts val="1984"/>
              <a:buFont typeface="Arial"/>
              <a:buChar char="•"/>
              <a:defRPr sz="1984" b="0" i="0" u="none" strike="noStrike" cap="none">
                <a:solidFill>
                  <a:schemeClr val="dk1"/>
                </a:solidFill>
                <a:latin typeface="Arial"/>
                <a:ea typeface="Arial"/>
                <a:cs typeface="Arial"/>
                <a:sym typeface="Arial"/>
              </a:defRPr>
            </a:lvl6pPr>
            <a:lvl7pPr marL="3200400" marR="0" lvl="6" indent="-354583" algn="l" rtl="0">
              <a:lnSpc>
                <a:spcPct val="90000"/>
              </a:lnSpc>
              <a:spcBef>
                <a:spcPts val="551"/>
              </a:spcBef>
              <a:spcAft>
                <a:spcPts val="0"/>
              </a:spcAft>
              <a:buClr>
                <a:schemeClr val="dk1"/>
              </a:buClr>
              <a:buSzPts val="1984"/>
              <a:buFont typeface="Arial"/>
              <a:buChar char="•"/>
              <a:defRPr sz="1984" b="0" i="0" u="none" strike="noStrike" cap="none">
                <a:solidFill>
                  <a:schemeClr val="dk1"/>
                </a:solidFill>
                <a:latin typeface="Arial"/>
                <a:ea typeface="Arial"/>
                <a:cs typeface="Arial"/>
                <a:sym typeface="Arial"/>
              </a:defRPr>
            </a:lvl7pPr>
            <a:lvl8pPr marL="3657600" marR="0" lvl="7" indent="-354584" algn="l" rtl="0">
              <a:lnSpc>
                <a:spcPct val="90000"/>
              </a:lnSpc>
              <a:spcBef>
                <a:spcPts val="551"/>
              </a:spcBef>
              <a:spcAft>
                <a:spcPts val="0"/>
              </a:spcAft>
              <a:buClr>
                <a:schemeClr val="dk1"/>
              </a:buClr>
              <a:buSzPts val="1984"/>
              <a:buFont typeface="Arial"/>
              <a:buChar char="•"/>
              <a:defRPr sz="1984" b="0" i="0" u="none" strike="noStrike" cap="none">
                <a:solidFill>
                  <a:schemeClr val="dk1"/>
                </a:solidFill>
                <a:latin typeface="Arial"/>
                <a:ea typeface="Arial"/>
                <a:cs typeface="Arial"/>
                <a:sym typeface="Arial"/>
              </a:defRPr>
            </a:lvl8pPr>
            <a:lvl9pPr marL="4114800" marR="0" lvl="8" indent="-354584" algn="l" rtl="0">
              <a:lnSpc>
                <a:spcPct val="90000"/>
              </a:lnSpc>
              <a:spcBef>
                <a:spcPts val="551"/>
              </a:spcBef>
              <a:spcAft>
                <a:spcPts val="0"/>
              </a:spcAft>
              <a:buClr>
                <a:schemeClr val="dk1"/>
              </a:buClr>
              <a:buSzPts val="1984"/>
              <a:buFont typeface="Arial"/>
              <a:buChar char="•"/>
              <a:defRPr sz="1984" b="0" i="0" u="none" strike="noStrike" cap="none">
                <a:solidFill>
                  <a:schemeClr val="dk1"/>
                </a:solidFill>
                <a:latin typeface="Arial"/>
                <a:ea typeface="Arial"/>
                <a:cs typeface="Arial"/>
                <a:sym typeface="Arial"/>
              </a:defRPr>
            </a:lvl9pPr>
          </a:lstStyle>
          <a:p>
            <a:endParaRPr dirty="0"/>
          </a:p>
        </p:txBody>
      </p:sp>
      <p:cxnSp>
        <p:nvCxnSpPr>
          <p:cNvPr id="47" name="Google Shape;47;p5"/>
          <p:cNvCxnSpPr/>
          <p:nvPr/>
        </p:nvCxnSpPr>
        <p:spPr>
          <a:xfrm>
            <a:off x="520700" y="6819776"/>
            <a:ext cx="9650413" cy="0"/>
          </a:xfrm>
          <a:prstGeom prst="straightConnector1">
            <a:avLst/>
          </a:prstGeom>
          <a:noFill/>
          <a:ln w="9525" cap="flat" cmpd="sng">
            <a:solidFill>
              <a:schemeClr val="dk1"/>
            </a:solidFill>
            <a:prstDash val="solid"/>
            <a:miter lim="800000"/>
            <a:headEnd type="none" w="sm" len="sm"/>
            <a:tailEnd type="none" w="sm" len="sm"/>
          </a:ln>
        </p:spPr>
      </p:cxnSp>
      <p:cxnSp>
        <p:nvCxnSpPr>
          <p:cNvPr id="48" name="Google Shape;48;p5"/>
          <p:cNvCxnSpPr/>
          <p:nvPr/>
        </p:nvCxnSpPr>
        <p:spPr>
          <a:xfrm>
            <a:off x="520700" y="540000"/>
            <a:ext cx="9650413" cy="0"/>
          </a:xfrm>
          <a:prstGeom prst="straightConnector1">
            <a:avLst/>
          </a:prstGeom>
          <a:noFill/>
          <a:ln w="50800" cap="flat" cmpd="sng">
            <a:solidFill>
              <a:schemeClr val="dk1"/>
            </a:solidFill>
            <a:prstDash val="solid"/>
            <a:miter lim="800000"/>
            <a:headEnd type="none" w="sm" len="sm"/>
            <a:tailEnd type="none" w="sm" len="sm"/>
          </a:ln>
        </p:spPr>
      </p:cxnSp>
      <p:sp>
        <p:nvSpPr>
          <p:cNvPr id="49" name="Google Shape;49;p5"/>
          <p:cNvSpPr txBox="1">
            <a:spLocks noGrp="1"/>
          </p:cNvSpPr>
          <p:nvPr>
            <p:ph type="dt" idx="10"/>
          </p:nvPr>
        </p:nvSpPr>
        <p:spPr>
          <a:xfrm>
            <a:off x="7937500" y="7006700"/>
            <a:ext cx="1133475" cy="184666"/>
          </a:xfrm>
          <a:prstGeom prst="rect">
            <a:avLst/>
          </a:prstGeom>
          <a:noFill/>
          <a:ln>
            <a:noFill/>
          </a:ln>
        </p:spPr>
        <p:txBody>
          <a:bodyPr spcFirstLastPara="1" wrap="square" lIns="0" tIns="0" rIns="0" bIns="0" anchor="t" anchorCtr="0"/>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0" name="Google Shape;50;p5"/>
          <p:cNvSpPr txBox="1">
            <a:spLocks noGrp="1"/>
          </p:cNvSpPr>
          <p:nvPr>
            <p:ph type="ftr" idx="11"/>
          </p:nvPr>
        </p:nvSpPr>
        <p:spPr>
          <a:xfrm>
            <a:off x="5454650" y="7006700"/>
            <a:ext cx="2266949" cy="184666"/>
          </a:xfrm>
          <a:prstGeom prst="rect">
            <a:avLst/>
          </a:prstGeom>
          <a:noFill/>
          <a:ln>
            <a:noFill/>
          </a:ln>
        </p:spPr>
        <p:txBody>
          <a:bodyPr spcFirstLastPara="1" wrap="square" lIns="0" tIns="0" rIns="0" bIns="0" anchor="t" anchorCtr="0"/>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1" name="Google Shape;51;p5"/>
          <p:cNvSpPr txBox="1">
            <a:spLocks noGrp="1"/>
          </p:cNvSpPr>
          <p:nvPr>
            <p:ph type="sldNum" idx="12"/>
          </p:nvPr>
        </p:nvSpPr>
        <p:spPr>
          <a:xfrm>
            <a:off x="9471923" y="7006700"/>
            <a:ext cx="699190" cy="184666"/>
          </a:xfrm>
          <a:prstGeom prst="rect">
            <a:avLst/>
          </a:prstGeom>
          <a:noFill/>
          <a:ln>
            <a:noFill/>
          </a:ln>
        </p:spPr>
        <p:txBody>
          <a:bodyPr spcFirstLastPara="1" wrap="square" lIns="0" tIns="0" rIns="0" bIns="0" anchor="t" anchorCtr="0">
            <a:noAutofit/>
          </a:bodyPr>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0" marR="0" lvl="1" indent="0" algn="r" rtl="0">
              <a:spcBef>
                <a:spcPts val="0"/>
              </a:spcBef>
              <a:buNone/>
              <a:defRPr sz="1200" b="0" i="0" u="none" strike="noStrike" cap="none">
                <a:solidFill>
                  <a:schemeClr val="dk1"/>
                </a:solidFill>
                <a:latin typeface="Arial"/>
                <a:ea typeface="Arial"/>
                <a:cs typeface="Arial"/>
                <a:sym typeface="Arial"/>
              </a:defRPr>
            </a:lvl2pPr>
            <a:lvl3pPr marL="0" marR="0" lvl="2" indent="0" algn="r" rtl="0">
              <a:spcBef>
                <a:spcPts val="0"/>
              </a:spcBef>
              <a:buNone/>
              <a:defRPr sz="1200" b="0" i="0" u="none" strike="noStrike" cap="none">
                <a:solidFill>
                  <a:schemeClr val="dk1"/>
                </a:solidFill>
                <a:latin typeface="Arial"/>
                <a:ea typeface="Arial"/>
                <a:cs typeface="Arial"/>
                <a:sym typeface="Arial"/>
              </a:defRPr>
            </a:lvl3pPr>
            <a:lvl4pPr marL="0" marR="0" lvl="3" indent="0" algn="r" rtl="0">
              <a:spcBef>
                <a:spcPts val="0"/>
              </a:spcBef>
              <a:buNone/>
              <a:defRPr sz="1200" b="0" i="0" u="none" strike="noStrike" cap="none">
                <a:solidFill>
                  <a:schemeClr val="dk1"/>
                </a:solidFill>
                <a:latin typeface="Arial"/>
                <a:ea typeface="Arial"/>
                <a:cs typeface="Arial"/>
                <a:sym typeface="Arial"/>
              </a:defRPr>
            </a:lvl4pPr>
            <a:lvl5pPr marL="0" marR="0" lvl="4" indent="0" algn="r" rtl="0">
              <a:spcBef>
                <a:spcPts val="0"/>
              </a:spcBef>
              <a:buNone/>
              <a:defRPr sz="1200" b="0" i="0" u="none" strike="noStrike" cap="none">
                <a:solidFill>
                  <a:schemeClr val="dk1"/>
                </a:solidFill>
                <a:latin typeface="Arial"/>
                <a:ea typeface="Arial"/>
                <a:cs typeface="Arial"/>
                <a:sym typeface="Arial"/>
              </a:defRPr>
            </a:lvl5pPr>
            <a:lvl6pPr marL="0" marR="0" lvl="5" indent="0" algn="r" rtl="0">
              <a:spcBef>
                <a:spcPts val="0"/>
              </a:spcBef>
              <a:buNone/>
              <a:defRPr sz="1200" b="0" i="0" u="none" strike="noStrike" cap="none">
                <a:solidFill>
                  <a:schemeClr val="dk1"/>
                </a:solidFill>
                <a:latin typeface="Arial"/>
                <a:ea typeface="Arial"/>
                <a:cs typeface="Arial"/>
                <a:sym typeface="Arial"/>
              </a:defRPr>
            </a:lvl6pPr>
            <a:lvl7pPr marL="0" marR="0" lvl="6" indent="0" algn="r" rtl="0">
              <a:spcBef>
                <a:spcPts val="0"/>
              </a:spcBef>
              <a:buNone/>
              <a:defRPr sz="1200" b="0" i="0" u="none" strike="noStrike" cap="none">
                <a:solidFill>
                  <a:schemeClr val="dk1"/>
                </a:solidFill>
                <a:latin typeface="Arial"/>
                <a:ea typeface="Arial"/>
                <a:cs typeface="Arial"/>
                <a:sym typeface="Arial"/>
              </a:defRPr>
            </a:lvl7pPr>
            <a:lvl8pPr marL="0" marR="0" lvl="7" indent="0" algn="r" rtl="0">
              <a:spcBef>
                <a:spcPts val="0"/>
              </a:spcBef>
              <a:buNone/>
              <a:defRPr sz="1200" b="0" i="0" u="none" strike="noStrike" cap="none">
                <a:solidFill>
                  <a:schemeClr val="dk1"/>
                </a:solidFill>
                <a:latin typeface="Arial"/>
                <a:ea typeface="Arial"/>
                <a:cs typeface="Arial"/>
                <a:sym typeface="Arial"/>
              </a:defRPr>
            </a:lvl8pPr>
            <a:lvl9pPr marL="0" marR="0" lvl="8" indent="0" algn="r" rtl="0">
              <a:spcBef>
                <a:spcPts val="0"/>
              </a:spcBef>
              <a:buNone/>
              <a:defRPr sz="12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l-PL"/>
              <a:pPr marL="0" lvl="0" indent="0" algn="r" rtl="0">
                <a:spcBef>
                  <a:spcPts val="0"/>
                </a:spcBef>
                <a:spcAft>
                  <a:spcPts val="0"/>
                </a:spcAft>
                <a:buNone/>
              </a:pPr>
              <a:t>‹#›</a:t>
            </a:fld>
            <a:endParaRPr/>
          </a:p>
        </p:txBody>
      </p:sp>
      <p:pic>
        <p:nvPicPr>
          <p:cNvPr id="3" name="Obraz 2">
            <a:extLst>
              <a:ext uri="{FF2B5EF4-FFF2-40B4-BE49-F238E27FC236}">
                <a16:creationId xmlns:a16="http://schemas.microsoft.com/office/drawing/2014/main" id="{41A96210-1BCD-8C97-6AA9-1B4192D2D203}"/>
              </a:ext>
            </a:extLst>
          </p:cNvPr>
          <p:cNvPicPr>
            <a:picLocks noChangeAspect="1"/>
          </p:cNvPicPr>
          <p:nvPr userDrawn="1"/>
        </p:nvPicPr>
        <p:blipFill>
          <a:blip r:embed="rId2"/>
          <a:stretch>
            <a:fillRect/>
          </a:stretch>
        </p:blipFill>
        <p:spPr>
          <a:xfrm>
            <a:off x="520700" y="6868038"/>
            <a:ext cx="809336" cy="27732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520700" y="774883"/>
            <a:ext cx="9650413" cy="443198"/>
          </a:xfrm>
          <a:prstGeom prst="rect">
            <a:avLst/>
          </a:prstGeom>
          <a:noFill/>
          <a:ln>
            <a:noFill/>
          </a:ln>
        </p:spPr>
        <p:txBody>
          <a:bodyPr spcFirstLastPara="1" wrap="square" lIns="0" tIns="0" rIns="0" bIns="0" anchor="t" anchorCtr="0"/>
          <a:lstStyle>
            <a:lvl1pPr marR="0" lvl="0" algn="l" rtl="0">
              <a:lnSpc>
                <a:spcPct val="90000"/>
              </a:lnSpc>
              <a:spcBef>
                <a:spcPts val="0"/>
              </a:spcBef>
              <a:spcAft>
                <a:spcPts val="0"/>
              </a:spcAft>
              <a:buClr>
                <a:schemeClr val="dk1"/>
              </a:buClr>
              <a:buSzPts val="3200"/>
              <a:buFont typeface="Georgia"/>
              <a:buNone/>
              <a:defRPr sz="3200" b="1" i="0" u="none" strike="noStrike" cap="none">
                <a:solidFill>
                  <a:schemeClr val="dk1"/>
                </a:solidFill>
                <a:latin typeface="Georgia"/>
                <a:ea typeface="Georgia"/>
                <a:cs typeface="Georgia"/>
                <a:sym typeface="Georg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520700" y="1514223"/>
            <a:ext cx="9650413" cy="4796544"/>
          </a:xfrm>
          <a:prstGeom prst="rect">
            <a:avLst/>
          </a:prstGeom>
          <a:noFill/>
          <a:ln>
            <a:noFill/>
          </a:ln>
        </p:spPr>
        <p:txBody>
          <a:bodyPr spcFirstLastPara="1" wrap="square" lIns="0" tIns="0" rIns="0" bIns="0" anchor="t" anchorCtr="0"/>
          <a:lstStyle>
            <a:lvl1pPr marL="457200" marR="0" lvl="0" indent="-228600" algn="l" rtl="0">
              <a:lnSpc>
                <a:spcPct val="90000"/>
              </a:lnSpc>
              <a:spcBef>
                <a:spcPts val="1102"/>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1pPr>
            <a:lvl2pPr marL="914400" marR="0" lvl="1" indent="-304800" algn="l" rtl="0">
              <a:lnSpc>
                <a:spcPct val="90000"/>
              </a:lnSpc>
              <a:spcBef>
                <a:spcPts val="551"/>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90000"/>
              </a:lnSpc>
              <a:spcBef>
                <a:spcPts val="551"/>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90000"/>
              </a:lnSpc>
              <a:spcBef>
                <a:spcPts val="551"/>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90000"/>
              </a:lnSpc>
              <a:spcBef>
                <a:spcPts val="551"/>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54583" algn="l" rtl="0">
              <a:lnSpc>
                <a:spcPct val="90000"/>
              </a:lnSpc>
              <a:spcBef>
                <a:spcPts val="551"/>
              </a:spcBef>
              <a:spcAft>
                <a:spcPts val="0"/>
              </a:spcAft>
              <a:buClr>
                <a:schemeClr val="dk1"/>
              </a:buClr>
              <a:buSzPts val="1984"/>
              <a:buFont typeface="Arial"/>
              <a:buChar char="•"/>
              <a:defRPr sz="1984" b="0" i="0" u="none" strike="noStrike" cap="none">
                <a:solidFill>
                  <a:schemeClr val="dk1"/>
                </a:solidFill>
                <a:latin typeface="Arial"/>
                <a:ea typeface="Arial"/>
                <a:cs typeface="Arial"/>
                <a:sym typeface="Arial"/>
              </a:defRPr>
            </a:lvl6pPr>
            <a:lvl7pPr marL="3200400" marR="0" lvl="6" indent="-354583" algn="l" rtl="0">
              <a:lnSpc>
                <a:spcPct val="90000"/>
              </a:lnSpc>
              <a:spcBef>
                <a:spcPts val="551"/>
              </a:spcBef>
              <a:spcAft>
                <a:spcPts val="0"/>
              </a:spcAft>
              <a:buClr>
                <a:schemeClr val="dk1"/>
              </a:buClr>
              <a:buSzPts val="1984"/>
              <a:buFont typeface="Arial"/>
              <a:buChar char="•"/>
              <a:defRPr sz="1984" b="0" i="0" u="none" strike="noStrike" cap="none">
                <a:solidFill>
                  <a:schemeClr val="dk1"/>
                </a:solidFill>
                <a:latin typeface="Arial"/>
                <a:ea typeface="Arial"/>
                <a:cs typeface="Arial"/>
                <a:sym typeface="Arial"/>
              </a:defRPr>
            </a:lvl7pPr>
            <a:lvl8pPr marL="3657600" marR="0" lvl="7" indent="-354584" algn="l" rtl="0">
              <a:lnSpc>
                <a:spcPct val="90000"/>
              </a:lnSpc>
              <a:spcBef>
                <a:spcPts val="551"/>
              </a:spcBef>
              <a:spcAft>
                <a:spcPts val="0"/>
              </a:spcAft>
              <a:buClr>
                <a:schemeClr val="dk1"/>
              </a:buClr>
              <a:buSzPts val="1984"/>
              <a:buFont typeface="Arial"/>
              <a:buChar char="•"/>
              <a:defRPr sz="1984" b="0" i="0" u="none" strike="noStrike" cap="none">
                <a:solidFill>
                  <a:schemeClr val="dk1"/>
                </a:solidFill>
                <a:latin typeface="Arial"/>
                <a:ea typeface="Arial"/>
                <a:cs typeface="Arial"/>
                <a:sym typeface="Arial"/>
              </a:defRPr>
            </a:lvl8pPr>
            <a:lvl9pPr marL="4114800" marR="0" lvl="8" indent="-354584" algn="l" rtl="0">
              <a:lnSpc>
                <a:spcPct val="90000"/>
              </a:lnSpc>
              <a:spcBef>
                <a:spcPts val="551"/>
              </a:spcBef>
              <a:spcAft>
                <a:spcPts val="0"/>
              </a:spcAft>
              <a:buClr>
                <a:schemeClr val="dk1"/>
              </a:buClr>
              <a:buSzPts val="1984"/>
              <a:buFont typeface="Arial"/>
              <a:buChar char="•"/>
              <a:defRPr sz="1984" b="0" i="0" u="none" strike="noStrike" cap="none">
                <a:solidFill>
                  <a:schemeClr val="dk1"/>
                </a:solidFill>
                <a:latin typeface="Arial"/>
                <a:ea typeface="Arial"/>
                <a:cs typeface="Arial"/>
                <a:sym typeface="Arial"/>
              </a:defRPr>
            </a:lvl9pPr>
          </a:lstStyle>
          <a:p>
            <a:endParaRPr/>
          </a:p>
        </p:txBody>
      </p:sp>
      <p:sp>
        <p:nvSpPr>
          <p:cNvPr id="12" name="Google Shape;12;p1"/>
          <p:cNvSpPr txBox="1">
            <a:spLocks noGrp="1"/>
          </p:cNvSpPr>
          <p:nvPr>
            <p:ph type="dt" idx="10"/>
          </p:nvPr>
        </p:nvSpPr>
        <p:spPr>
          <a:xfrm>
            <a:off x="7937500" y="7006700"/>
            <a:ext cx="1133475" cy="184666"/>
          </a:xfrm>
          <a:prstGeom prst="rect">
            <a:avLst/>
          </a:prstGeom>
          <a:noFill/>
          <a:ln>
            <a:noFill/>
          </a:ln>
        </p:spPr>
        <p:txBody>
          <a:bodyPr spcFirstLastPara="1" wrap="square" lIns="0" tIns="0" rIns="0" bIns="0" anchor="t" anchorCtr="0"/>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
          <p:cNvSpPr txBox="1">
            <a:spLocks noGrp="1"/>
          </p:cNvSpPr>
          <p:nvPr>
            <p:ph type="ftr" idx="11"/>
          </p:nvPr>
        </p:nvSpPr>
        <p:spPr>
          <a:xfrm>
            <a:off x="5454650" y="7006700"/>
            <a:ext cx="2266949" cy="184666"/>
          </a:xfrm>
          <a:prstGeom prst="rect">
            <a:avLst/>
          </a:prstGeom>
          <a:noFill/>
          <a:ln>
            <a:noFill/>
          </a:ln>
        </p:spPr>
        <p:txBody>
          <a:bodyPr spcFirstLastPara="1" wrap="square" lIns="0" tIns="0" rIns="0" bIns="0" anchor="t" anchorCtr="0"/>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1"/>
          <p:cNvSpPr txBox="1">
            <a:spLocks noGrp="1"/>
          </p:cNvSpPr>
          <p:nvPr>
            <p:ph type="sldNum" idx="12"/>
          </p:nvPr>
        </p:nvSpPr>
        <p:spPr>
          <a:xfrm>
            <a:off x="9471923" y="7006700"/>
            <a:ext cx="699190" cy="184666"/>
          </a:xfrm>
          <a:prstGeom prst="rect">
            <a:avLst/>
          </a:prstGeom>
          <a:noFill/>
          <a:ln>
            <a:noFill/>
          </a:ln>
        </p:spPr>
        <p:txBody>
          <a:bodyPr spcFirstLastPara="1" wrap="square" lIns="0" tIns="0" rIns="0" bIns="0" anchor="t" anchorCtr="0">
            <a:noAutofit/>
          </a:bodyPr>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0" marR="0" lvl="1" indent="0" algn="r" rtl="0">
              <a:spcBef>
                <a:spcPts val="0"/>
              </a:spcBef>
              <a:buNone/>
              <a:defRPr sz="1200" b="0" i="0" u="none" strike="noStrike" cap="none">
                <a:solidFill>
                  <a:schemeClr val="dk1"/>
                </a:solidFill>
                <a:latin typeface="Arial"/>
                <a:ea typeface="Arial"/>
                <a:cs typeface="Arial"/>
                <a:sym typeface="Arial"/>
              </a:defRPr>
            </a:lvl2pPr>
            <a:lvl3pPr marL="0" marR="0" lvl="2" indent="0" algn="r" rtl="0">
              <a:spcBef>
                <a:spcPts val="0"/>
              </a:spcBef>
              <a:buNone/>
              <a:defRPr sz="1200" b="0" i="0" u="none" strike="noStrike" cap="none">
                <a:solidFill>
                  <a:schemeClr val="dk1"/>
                </a:solidFill>
                <a:latin typeface="Arial"/>
                <a:ea typeface="Arial"/>
                <a:cs typeface="Arial"/>
                <a:sym typeface="Arial"/>
              </a:defRPr>
            </a:lvl3pPr>
            <a:lvl4pPr marL="0" marR="0" lvl="3" indent="0" algn="r" rtl="0">
              <a:spcBef>
                <a:spcPts val="0"/>
              </a:spcBef>
              <a:buNone/>
              <a:defRPr sz="1200" b="0" i="0" u="none" strike="noStrike" cap="none">
                <a:solidFill>
                  <a:schemeClr val="dk1"/>
                </a:solidFill>
                <a:latin typeface="Arial"/>
                <a:ea typeface="Arial"/>
                <a:cs typeface="Arial"/>
                <a:sym typeface="Arial"/>
              </a:defRPr>
            </a:lvl4pPr>
            <a:lvl5pPr marL="0" marR="0" lvl="4" indent="0" algn="r" rtl="0">
              <a:spcBef>
                <a:spcPts val="0"/>
              </a:spcBef>
              <a:buNone/>
              <a:defRPr sz="1200" b="0" i="0" u="none" strike="noStrike" cap="none">
                <a:solidFill>
                  <a:schemeClr val="dk1"/>
                </a:solidFill>
                <a:latin typeface="Arial"/>
                <a:ea typeface="Arial"/>
                <a:cs typeface="Arial"/>
                <a:sym typeface="Arial"/>
              </a:defRPr>
            </a:lvl5pPr>
            <a:lvl6pPr marL="0" marR="0" lvl="5" indent="0" algn="r" rtl="0">
              <a:spcBef>
                <a:spcPts val="0"/>
              </a:spcBef>
              <a:buNone/>
              <a:defRPr sz="1200" b="0" i="0" u="none" strike="noStrike" cap="none">
                <a:solidFill>
                  <a:schemeClr val="dk1"/>
                </a:solidFill>
                <a:latin typeface="Arial"/>
                <a:ea typeface="Arial"/>
                <a:cs typeface="Arial"/>
                <a:sym typeface="Arial"/>
              </a:defRPr>
            </a:lvl6pPr>
            <a:lvl7pPr marL="0" marR="0" lvl="6" indent="0" algn="r" rtl="0">
              <a:spcBef>
                <a:spcPts val="0"/>
              </a:spcBef>
              <a:buNone/>
              <a:defRPr sz="1200" b="0" i="0" u="none" strike="noStrike" cap="none">
                <a:solidFill>
                  <a:schemeClr val="dk1"/>
                </a:solidFill>
                <a:latin typeface="Arial"/>
                <a:ea typeface="Arial"/>
                <a:cs typeface="Arial"/>
                <a:sym typeface="Arial"/>
              </a:defRPr>
            </a:lvl7pPr>
            <a:lvl8pPr marL="0" marR="0" lvl="7" indent="0" algn="r" rtl="0">
              <a:spcBef>
                <a:spcPts val="0"/>
              </a:spcBef>
              <a:buNone/>
              <a:defRPr sz="1200" b="0" i="0" u="none" strike="noStrike" cap="none">
                <a:solidFill>
                  <a:schemeClr val="dk1"/>
                </a:solidFill>
                <a:latin typeface="Arial"/>
                <a:ea typeface="Arial"/>
                <a:cs typeface="Arial"/>
                <a:sym typeface="Arial"/>
              </a:defRPr>
            </a:lvl8pPr>
            <a:lvl9pPr marL="0" marR="0" lvl="8" indent="0" algn="r" rtl="0">
              <a:spcBef>
                <a:spcPts val="0"/>
              </a:spcBef>
              <a:buNone/>
              <a:defRPr sz="12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l-PL"/>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5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744">
          <p15:clr>
            <a:srgbClr val="F26B43"/>
          </p15:clr>
        </p15:guide>
        <p15:guide id="2" pos="3436">
          <p15:clr>
            <a:srgbClr val="F26B43"/>
          </p15:clr>
        </p15:guide>
        <p15:guide id="3" pos="3299">
          <p15:clr>
            <a:srgbClr val="F26B43"/>
          </p15:clr>
        </p15:guide>
        <p15:guide id="4" pos="328">
          <p15:clr>
            <a:srgbClr val="F26B43"/>
          </p15:clr>
        </p15:guide>
        <p15:guide id="5" pos="192">
          <p15:clr>
            <a:srgbClr val="F26B43"/>
          </p15:clr>
        </p15:guide>
        <p15:guide id="6" pos="6407">
          <p15:clr>
            <a:srgbClr val="F26B43"/>
          </p15:clr>
        </p15:guide>
        <p15:guide id="7" pos="6543">
          <p15:clr>
            <a:srgbClr val="F26B43"/>
          </p15:clr>
        </p15:guide>
        <p15:guide id="8" pos="1735">
          <p15:clr>
            <a:srgbClr val="F26B43"/>
          </p15:clr>
        </p15:guide>
        <p15:guide id="9" pos="1871">
          <p15:clr>
            <a:srgbClr val="F26B43"/>
          </p15:clr>
        </p15:guide>
        <p15:guide id="10" pos="4864">
          <p15:clr>
            <a:srgbClr val="F26B43"/>
          </p15:clr>
        </p15:guide>
        <p15:guide id="11" pos="500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EF4BE-A49F-841E-5DD2-983CC4C39F69}"/>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7E832EFD-1A26-41A8-C268-C62112BD0B1D}"/>
              </a:ext>
            </a:extLst>
          </p:cNvPr>
          <p:cNvSpPr>
            <a:spLocks noGrp="1"/>
          </p:cNvSpPr>
          <p:nvPr>
            <p:ph type="title"/>
          </p:nvPr>
        </p:nvSpPr>
        <p:spPr>
          <a:xfrm>
            <a:off x="520700" y="774882"/>
            <a:ext cx="9650413" cy="3088906"/>
          </a:xfrm>
        </p:spPr>
        <p:txBody>
          <a:bodyPr/>
          <a:lstStyle/>
          <a:p>
            <a:pPr marL="457200">
              <a:spcBef>
                <a:spcPts val="300"/>
              </a:spcBef>
              <a:spcAft>
                <a:spcPts val="300"/>
              </a:spcAft>
            </a:pPr>
            <a:r>
              <a:rPr lang="en-US"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t>Configure Cisco Devices for Syslog, NTP, and SSH Operations</a:t>
            </a:r>
            <a:br>
              <a:rPr lang="pl-PL"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br>
            <a:br>
              <a:rPr lang="pl-PL"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br>
            <a:br>
              <a:rPr lang="pl-PL" sz="3200" b="1" i="0" dirty="0">
                <a:solidFill>
                  <a:srgbClr val="000000"/>
                </a:solidFill>
                <a:effectLst/>
                <a:latin typeface="Arial" panose="020B0604020202020204" pitchFamily="34" charset="0"/>
              </a:rPr>
            </a:b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endParaRPr lang="hr-HR" dirty="0"/>
          </a:p>
        </p:txBody>
      </p:sp>
      <p:pic>
        <p:nvPicPr>
          <p:cNvPr id="4" name="Obraz 3">
            <a:extLst>
              <a:ext uri="{FF2B5EF4-FFF2-40B4-BE49-F238E27FC236}">
                <a16:creationId xmlns:a16="http://schemas.microsoft.com/office/drawing/2014/main" id="{2A704676-265E-9DEF-EB2A-B4DB6A9EF3EE}"/>
              </a:ext>
            </a:extLst>
          </p:cNvPr>
          <p:cNvPicPr>
            <a:picLocks noChangeAspect="1"/>
          </p:cNvPicPr>
          <p:nvPr/>
        </p:nvPicPr>
        <p:blipFill>
          <a:blip r:embed="rId2"/>
          <a:stretch>
            <a:fillRect/>
          </a:stretch>
        </p:blipFill>
        <p:spPr>
          <a:xfrm>
            <a:off x="707832" y="1279479"/>
            <a:ext cx="9560447" cy="5103566"/>
          </a:xfrm>
          <a:prstGeom prst="rect">
            <a:avLst/>
          </a:prstGeom>
        </p:spPr>
      </p:pic>
    </p:spTree>
    <p:extLst>
      <p:ext uri="{BB962C8B-B14F-4D97-AF65-F5344CB8AC3E}">
        <p14:creationId xmlns:p14="http://schemas.microsoft.com/office/powerpoint/2010/main" val="2986724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9050B-B63B-CA0C-7F43-C54022F3BE36}"/>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8E787658-21C9-93D6-15CB-386316A35D85}"/>
              </a:ext>
            </a:extLst>
          </p:cNvPr>
          <p:cNvSpPr>
            <a:spLocks noGrp="1"/>
          </p:cNvSpPr>
          <p:nvPr>
            <p:ph type="title"/>
          </p:nvPr>
        </p:nvSpPr>
        <p:spPr>
          <a:xfrm>
            <a:off x="520700" y="774882"/>
            <a:ext cx="9650413" cy="3088906"/>
          </a:xfrm>
        </p:spPr>
        <p:txBody>
          <a:bodyPr/>
          <a:lstStyle/>
          <a:p>
            <a:pPr marL="457200">
              <a:spcBef>
                <a:spcPts val="300"/>
              </a:spcBef>
              <a:spcAft>
                <a:spcPts val="300"/>
              </a:spcAft>
            </a:pPr>
            <a:r>
              <a:rPr lang="en-US"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t>Configure Cisco Devices for Syslog, NTP, and SSH Operations</a:t>
            </a:r>
            <a:br>
              <a:rPr lang="pl-PL"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br>
            <a:br>
              <a:rPr lang="pl-PL"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br>
            <a:br>
              <a:rPr lang="pl-PL" sz="3200" b="1" i="0" dirty="0">
                <a:solidFill>
                  <a:srgbClr val="000000"/>
                </a:solidFill>
                <a:effectLst/>
                <a:latin typeface="Arial" panose="020B0604020202020204" pitchFamily="34" charset="0"/>
              </a:rPr>
            </a:b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r>
              <a:rPr lang="en-US" sz="1800" dirty="0">
                <a:effectLst/>
                <a:latin typeface="Arial" panose="020B0604020202020204" pitchFamily="34" charset="0"/>
                <a:ea typeface="Calibri" panose="020F0502020204030204" pitchFamily="34" charset="0"/>
                <a:cs typeface="Times New Roman" panose="02020603050405020304" pitchFamily="18" charset="0"/>
              </a:rPr>
              <a:t>In this part, you will access the router </a:t>
            </a:r>
            <a:r>
              <a:rPr lang="en-US" sz="1800" b="1" dirty="0">
                <a:effectLst/>
                <a:latin typeface="Arial" panose="020B0604020202020204" pitchFamily="34" charset="0"/>
                <a:ea typeface="Calibri" panose="020F0502020204030204" pitchFamily="34" charset="0"/>
                <a:cs typeface="Times New Roman" panose="02020603050405020304" pitchFamily="18" charset="0"/>
              </a:rPr>
              <a:t>R1</a:t>
            </a:r>
            <a:r>
              <a:rPr lang="en-US" sz="1800" dirty="0">
                <a:effectLst/>
                <a:latin typeface="Arial" panose="020B0604020202020204" pitchFamily="34" charset="0"/>
                <a:ea typeface="Calibri" panose="020F0502020204030204" pitchFamily="34" charset="0"/>
                <a:cs typeface="Times New Roman" panose="02020603050405020304" pitchFamily="18" charset="0"/>
              </a:rPr>
              <a:t> via the console port to configure secure remote access SSH. The privileged EXEC password for all the network devices is </a:t>
            </a:r>
            <a:r>
              <a:rPr lang="en-US" sz="1800" b="1" dirty="0">
                <a:effectLst/>
                <a:latin typeface="Arial" panose="020B0604020202020204" pitchFamily="34" charset="0"/>
                <a:ea typeface="Calibri" panose="020F0502020204030204" pitchFamily="34" charset="0"/>
                <a:cs typeface="Times New Roman" panose="02020603050405020304" pitchFamily="18" charset="0"/>
              </a:rPr>
              <a:t>cisco12345</a:t>
            </a:r>
            <a:r>
              <a:rPr lang="en-US" sz="1800" dirty="0">
                <a:effectLst/>
                <a:latin typeface="Arial" panose="020B0604020202020204" pitchFamily="34" charset="0"/>
                <a:ea typeface="Calibri" panose="020F0502020204030204" pitchFamily="34" charset="0"/>
                <a:cs typeface="Times New Roman" panose="02020603050405020304" pitchFamily="18" charset="0"/>
              </a:rPr>
              <a:t>.</a:t>
            </a:r>
            <a:br>
              <a:rPr lang="hr-HR" sz="1800" dirty="0">
                <a:effectLst/>
                <a:latin typeface="Arial" panose="020B0604020202020204" pitchFamily="34" charset="0"/>
                <a:ea typeface="Calibri" panose="020F0502020204030204" pitchFamily="34" charset="0"/>
                <a:cs typeface="Times New Roman" panose="02020603050405020304" pitchFamily="18" charset="0"/>
              </a:rPr>
            </a:br>
            <a:endParaRPr lang="hr-HR" dirty="0"/>
          </a:p>
        </p:txBody>
      </p:sp>
    </p:spTree>
    <p:extLst>
      <p:ext uri="{BB962C8B-B14F-4D97-AF65-F5344CB8AC3E}">
        <p14:creationId xmlns:p14="http://schemas.microsoft.com/office/powerpoint/2010/main" val="40060742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FB01C-CD27-0C73-ECF4-A3AE606F3324}"/>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DEDA30C4-EA64-5AB4-7334-3C916BA68EB1}"/>
              </a:ext>
            </a:extLst>
          </p:cNvPr>
          <p:cNvSpPr>
            <a:spLocks noGrp="1"/>
          </p:cNvSpPr>
          <p:nvPr>
            <p:ph type="title"/>
          </p:nvPr>
        </p:nvSpPr>
        <p:spPr>
          <a:xfrm>
            <a:off x="520700" y="774881"/>
            <a:ext cx="9650413" cy="5537141"/>
          </a:xfrm>
        </p:spPr>
        <p:txBody>
          <a:bodyPr/>
          <a:lstStyle/>
          <a:p>
            <a:pPr marL="914400" lvl="2">
              <a:spcBef>
                <a:spcPts val="1200"/>
              </a:spcBef>
              <a:spcAft>
                <a:spcPts val="600"/>
              </a:spcAft>
            </a:pPr>
            <a:r>
              <a:rPr lang="en-US" sz="3200" b="1" dirty="0">
                <a:effectLst/>
                <a:latin typeface="Arial" panose="020B0604020202020204" pitchFamily="34" charset="0"/>
                <a:ea typeface="Times New Roman" panose="02020603050405020304" pitchFamily="18" charset="0"/>
                <a:cs typeface="Times New Roman" panose="02020603050405020304" pitchFamily="18" charset="0"/>
              </a:rPr>
              <a:t>Configure SSH on R1.</a:t>
            </a:r>
            <a:br>
              <a:rPr lang="hr-HR" sz="3200" b="1" dirty="0">
                <a:effectLst/>
                <a:latin typeface="Arial" panose="020B0604020202020204" pitchFamily="34" charset="0"/>
                <a:ea typeface="Times New Roman" panose="02020603050405020304" pitchFamily="18" charset="0"/>
                <a:cs typeface="Times New Roman" panose="02020603050405020304" pitchFamily="18" charset="0"/>
              </a:rPr>
            </a:br>
            <a:r>
              <a:rPr lang="en-US" sz="2400" dirty="0">
                <a:effectLst/>
                <a:latin typeface="Arial" panose="020B0604020202020204" pitchFamily="34" charset="0"/>
                <a:ea typeface="Calibri" panose="020F0502020204030204" pitchFamily="34" charset="0"/>
                <a:cs typeface="Times New Roman" panose="02020603050405020304" pitchFamily="18" charset="0"/>
              </a:rPr>
              <a:t>From the Admin PC, click </a:t>
            </a:r>
            <a:r>
              <a:rPr lang="en-US" sz="2400" b="1" dirty="0">
                <a:effectLst/>
                <a:latin typeface="Arial" panose="020B0604020202020204" pitchFamily="34" charset="0"/>
                <a:ea typeface="Calibri" panose="020F0502020204030204" pitchFamily="34" charset="0"/>
                <a:cs typeface="Times New Roman" panose="02020603050405020304" pitchFamily="18" charset="0"/>
              </a:rPr>
              <a:t>Terminal</a:t>
            </a:r>
            <a:r>
              <a:rPr lang="en-US" sz="2400" dirty="0">
                <a:effectLst/>
                <a:latin typeface="Arial" panose="020B0604020202020204" pitchFamily="34" charset="0"/>
                <a:ea typeface="Calibri" panose="020F0502020204030204" pitchFamily="34" charset="0"/>
                <a:cs typeface="Times New Roman" panose="02020603050405020304" pitchFamily="18" charset="0"/>
              </a:rPr>
              <a:t> within the </a:t>
            </a:r>
            <a:r>
              <a:rPr lang="en-US" sz="2400" b="1" dirty="0">
                <a:effectLst/>
                <a:latin typeface="Arial" panose="020B0604020202020204" pitchFamily="34" charset="0"/>
                <a:ea typeface="Calibri" panose="020F0502020204030204" pitchFamily="34" charset="0"/>
                <a:cs typeface="Times New Roman" panose="02020603050405020304" pitchFamily="18" charset="0"/>
              </a:rPr>
              <a:t>Desktop</a:t>
            </a:r>
            <a:r>
              <a:rPr lang="en-US" sz="2400" dirty="0">
                <a:effectLst/>
                <a:latin typeface="Arial" panose="020B0604020202020204" pitchFamily="34" charset="0"/>
                <a:ea typeface="Calibri" panose="020F0502020204030204" pitchFamily="34" charset="0"/>
                <a:cs typeface="Times New Roman" panose="02020603050405020304" pitchFamily="18" charset="0"/>
              </a:rPr>
              <a:t> tab. Click </a:t>
            </a:r>
            <a:r>
              <a:rPr lang="en-US" sz="2400" b="1" dirty="0">
                <a:effectLst/>
                <a:latin typeface="Arial" panose="020B0604020202020204" pitchFamily="34" charset="0"/>
                <a:ea typeface="Calibri" panose="020F0502020204030204" pitchFamily="34" charset="0"/>
                <a:cs typeface="Times New Roman" panose="02020603050405020304" pitchFamily="18" charset="0"/>
              </a:rPr>
              <a:t>OK</a:t>
            </a:r>
            <a:r>
              <a:rPr lang="en-US" sz="2400" dirty="0">
                <a:effectLst/>
                <a:latin typeface="Arial" panose="020B0604020202020204" pitchFamily="34" charset="0"/>
                <a:ea typeface="Calibri" panose="020F0502020204030204" pitchFamily="34" charset="0"/>
                <a:cs typeface="Times New Roman" panose="02020603050405020304" pitchFamily="18" charset="0"/>
              </a:rPr>
              <a:t> to access router </a:t>
            </a:r>
            <a:r>
              <a:rPr lang="en-US" sz="2400" b="1" dirty="0">
                <a:effectLst/>
                <a:latin typeface="Arial" panose="020B0604020202020204" pitchFamily="34" charset="0"/>
                <a:ea typeface="Calibri" panose="020F0502020204030204" pitchFamily="34" charset="0"/>
                <a:cs typeface="Times New Roman" panose="02020603050405020304" pitchFamily="18" charset="0"/>
              </a:rPr>
              <a:t>R1</a:t>
            </a:r>
            <a:r>
              <a:rPr lang="en-US" sz="2400" dirty="0">
                <a:effectLst/>
                <a:latin typeface="Arial" panose="020B0604020202020204" pitchFamily="34" charset="0"/>
                <a:ea typeface="Calibri" panose="020F0502020204030204" pitchFamily="34" charset="0"/>
                <a:cs typeface="Times New Roman" panose="02020603050405020304" pitchFamily="18" charset="0"/>
              </a:rPr>
              <a:t>.</a:t>
            </a:r>
            <a:br>
              <a:rPr lang="hr-HR" sz="2400" dirty="0">
                <a:effectLst/>
                <a:latin typeface="Arial" panose="020B0604020202020204" pitchFamily="34" charset="0"/>
                <a:ea typeface="Calibri" panose="020F0502020204030204" pitchFamily="34" charset="0"/>
                <a:cs typeface="Times New Roman" panose="02020603050405020304" pitchFamily="18" charset="0"/>
              </a:rPr>
            </a:br>
            <a:r>
              <a:rPr lang="en-US" sz="2400" dirty="0">
                <a:effectLst/>
                <a:latin typeface="Arial" panose="020B0604020202020204" pitchFamily="34" charset="0"/>
                <a:ea typeface="Calibri" panose="020F0502020204030204" pitchFamily="34" charset="0"/>
                <a:cs typeface="Times New Roman" panose="02020603050405020304" pitchFamily="18" charset="0"/>
              </a:rPr>
              <a:t>Set a domain name of your choice on R1.</a:t>
            </a:r>
            <a:br>
              <a:rPr lang="hr-HR" sz="2400" dirty="0">
                <a:effectLst/>
                <a:latin typeface="Arial" panose="020B0604020202020204" pitchFamily="34" charset="0"/>
                <a:ea typeface="Calibri" panose="020F0502020204030204" pitchFamily="34" charset="0"/>
                <a:cs typeface="Times New Roman" panose="02020603050405020304" pitchFamily="18" charset="0"/>
              </a:rPr>
            </a:br>
            <a:r>
              <a:rPr lang="en-US" sz="2400" dirty="0">
                <a:effectLst/>
                <a:latin typeface="Arial" panose="020B0604020202020204" pitchFamily="34" charset="0"/>
                <a:ea typeface="Calibri" panose="020F0502020204030204" pitchFamily="34" charset="0"/>
                <a:cs typeface="Times New Roman" panose="02020603050405020304" pitchFamily="18" charset="0"/>
              </a:rPr>
              <a:t>Create a user of your choice with a strong encrypted password.</a:t>
            </a:r>
            <a:br>
              <a:rPr lang="hr-HR" sz="2400" dirty="0">
                <a:effectLst/>
                <a:latin typeface="Arial" panose="020B0604020202020204" pitchFamily="34" charset="0"/>
                <a:ea typeface="Calibri" panose="020F0502020204030204" pitchFamily="34" charset="0"/>
                <a:cs typeface="Times New Roman" panose="02020603050405020304" pitchFamily="18" charset="0"/>
              </a:rPr>
            </a:br>
            <a:r>
              <a:rPr lang="en-US" sz="2400" dirty="0">
                <a:effectLst/>
                <a:latin typeface="Arial" panose="020B0604020202020204" pitchFamily="34" charset="0"/>
                <a:ea typeface="Calibri" panose="020F0502020204030204" pitchFamily="34" charset="0"/>
                <a:cs typeface="Times New Roman" panose="02020603050405020304" pitchFamily="18" charset="0"/>
              </a:rPr>
              <a:t>Generate 1024-bit RSA keys.</a:t>
            </a:r>
            <a:br>
              <a:rPr lang="hr-HR" sz="2400" dirty="0">
                <a:effectLst/>
                <a:latin typeface="Arial" panose="020B0604020202020204" pitchFamily="34" charset="0"/>
                <a:ea typeface="Calibri" panose="020F0502020204030204" pitchFamily="34" charset="0"/>
                <a:cs typeface="Times New Roman" panose="02020603050405020304" pitchFamily="18" charset="0"/>
              </a:rPr>
            </a:br>
            <a:r>
              <a:rPr lang="en-US" sz="2400" dirty="0">
                <a:effectLst/>
                <a:latin typeface="Arial" panose="020B0604020202020204" pitchFamily="34" charset="0"/>
                <a:ea typeface="Calibri" panose="020F0502020204030204" pitchFamily="34" charset="0"/>
                <a:cs typeface="Times New Roman" panose="02020603050405020304" pitchFamily="18" charset="0"/>
              </a:rPr>
              <a:t>Configure all vty lines for SSH access and use the local user profiles for authentication.</a:t>
            </a:r>
            <a:br>
              <a:rPr lang="hr-HR" sz="2400" dirty="0">
                <a:effectLst/>
                <a:latin typeface="Arial" panose="020B0604020202020204" pitchFamily="34" charset="0"/>
                <a:ea typeface="Calibri" panose="020F0502020204030204" pitchFamily="34" charset="0"/>
                <a:cs typeface="Times New Roman" panose="02020603050405020304" pitchFamily="18" charset="0"/>
              </a:rPr>
            </a:br>
            <a:r>
              <a:rPr lang="en-US" sz="2400" dirty="0">
                <a:effectLst/>
                <a:latin typeface="Arial" panose="020B0604020202020204" pitchFamily="34" charset="0"/>
                <a:ea typeface="Calibri" panose="020F0502020204030204" pitchFamily="34" charset="0"/>
                <a:cs typeface="Times New Roman" panose="02020603050405020304" pitchFamily="18" charset="0"/>
              </a:rPr>
              <a:t>Set the EXEC mode timeout to 5 minutes on the vty lines.</a:t>
            </a:r>
            <a:br>
              <a:rPr lang="hr-HR" sz="2400" dirty="0">
                <a:effectLst/>
                <a:latin typeface="Arial" panose="020B0604020202020204" pitchFamily="34" charset="0"/>
                <a:ea typeface="Calibri" panose="020F0502020204030204" pitchFamily="34" charset="0"/>
                <a:cs typeface="Times New Roman" panose="02020603050405020304" pitchFamily="18" charset="0"/>
              </a:rPr>
            </a:br>
            <a:r>
              <a:rPr lang="en-US" sz="2400" dirty="0">
                <a:effectLst/>
                <a:latin typeface="Arial" panose="020B0604020202020204" pitchFamily="34" charset="0"/>
                <a:ea typeface="Calibri" panose="020F0502020204030204" pitchFamily="34" charset="0"/>
                <a:cs typeface="Times New Roman" panose="02020603050405020304" pitchFamily="18" charset="0"/>
              </a:rPr>
              <a:t>Block anyone for five minutes who fails to log in after four attempts within a two-minute period.</a:t>
            </a:r>
            <a:br>
              <a:rPr lang="hr-HR" sz="2400" dirty="0">
                <a:effectLst/>
                <a:latin typeface="Arial" panose="020B0604020202020204" pitchFamily="34" charset="0"/>
                <a:ea typeface="Calibri" panose="020F0502020204030204" pitchFamily="34" charset="0"/>
                <a:cs typeface="Times New Roman" panose="02020603050405020304" pitchFamily="18" charset="0"/>
              </a:rPr>
            </a:br>
            <a:r>
              <a:rPr lang="en-US" sz="2400" dirty="0">
                <a:solidFill>
                  <a:srgbClr val="EE0000"/>
                </a:solidFill>
                <a:effectLst/>
                <a:latin typeface="Courier New" panose="02070309020205020404" pitchFamily="49" charset="0"/>
                <a:ea typeface="Calibri" panose="020F0502020204030204" pitchFamily="34" charset="0"/>
                <a:cs typeface="Times New Roman" panose="02020603050405020304" pitchFamily="18" charset="0"/>
              </a:rPr>
              <a:t>R1(config)# </a:t>
            </a:r>
            <a:r>
              <a:rPr lang="en-US" sz="2400" b="1" dirty="0">
                <a:solidFill>
                  <a:srgbClr val="EE0000"/>
                </a:solidFill>
                <a:effectLst/>
                <a:latin typeface="Courier New" panose="02070309020205020404" pitchFamily="49" charset="0"/>
                <a:ea typeface="Calibri" panose="020F0502020204030204" pitchFamily="34" charset="0"/>
                <a:cs typeface="Times New Roman" panose="02020603050405020304" pitchFamily="18" charset="0"/>
              </a:rPr>
              <a:t>login block-for 600 attempts 4 within 120</a:t>
            </a:r>
            <a:br>
              <a:rPr lang="hr-HR" sz="1000" dirty="0">
                <a:solidFill>
                  <a:srgbClr val="EE0000"/>
                </a:solidFill>
                <a:effectLst/>
                <a:latin typeface="Courier New" panose="02070309020205020404" pitchFamily="49" charset="0"/>
                <a:ea typeface="Calibri" panose="020F0502020204030204" pitchFamily="34" charset="0"/>
                <a:cs typeface="Times New Roman" panose="02020603050405020304" pitchFamily="18" charset="0"/>
              </a:rPr>
            </a:br>
            <a:br>
              <a:rPr lang="hr-HR" sz="1800" dirty="0">
                <a:effectLst/>
                <a:latin typeface="Arial" panose="020B0604020202020204" pitchFamily="34" charset="0"/>
                <a:ea typeface="Calibri" panose="020F0502020204030204" pitchFamily="34" charset="0"/>
                <a:cs typeface="Times New Roman" panose="02020603050405020304" pitchFamily="18" charset="0"/>
              </a:rPr>
            </a:b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endParaRPr lang="hr-HR" dirty="0"/>
          </a:p>
        </p:txBody>
      </p:sp>
    </p:spTree>
    <p:extLst>
      <p:ext uri="{BB962C8B-B14F-4D97-AF65-F5344CB8AC3E}">
        <p14:creationId xmlns:p14="http://schemas.microsoft.com/office/powerpoint/2010/main" val="42104412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BB1DE-21FE-BB04-4D4F-1FF12C492092}"/>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67A86E0F-0CF3-C65F-D61C-9046972C76BD}"/>
              </a:ext>
            </a:extLst>
          </p:cNvPr>
          <p:cNvSpPr>
            <a:spLocks noGrp="1"/>
          </p:cNvSpPr>
          <p:nvPr>
            <p:ph type="title"/>
          </p:nvPr>
        </p:nvSpPr>
        <p:spPr>
          <a:xfrm>
            <a:off x="520700" y="774881"/>
            <a:ext cx="9650413" cy="5918881"/>
          </a:xfrm>
        </p:spPr>
        <p:txBody>
          <a:bodyPr/>
          <a:lstStyle/>
          <a:p>
            <a:pPr marL="457200">
              <a:spcBef>
                <a:spcPts val="300"/>
              </a:spcBef>
              <a:spcAft>
                <a:spcPts val="300"/>
              </a:spcAft>
            </a:pPr>
            <a:r>
              <a:rPr lang="en-US"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t>Configure Cisco Devices for Syslog, NTP, and SSH Operations</a:t>
            </a:r>
            <a:br>
              <a:rPr lang="pl-PL"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br>
            <a:br>
              <a:rPr lang="pl-PL"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br>
            <a:br>
              <a:rPr lang="pl-PL" sz="3200" b="1" i="0" dirty="0">
                <a:solidFill>
                  <a:srgbClr val="000000"/>
                </a:solidFill>
                <a:effectLst/>
                <a:latin typeface="Arial" panose="020B0604020202020204" pitchFamily="34" charset="0"/>
              </a:rPr>
            </a:b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endParaRPr lang="hr-HR" dirty="0"/>
          </a:p>
        </p:txBody>
      </p:sp>
      <p:sp>
        <p:nvSpPr>
          <p:cNvPr id="4" name="pole tekstowe 3">
            <a:extLst>
              <a:ext uri="{FF2B5EF4-FFF2-40B4-BE49-F238E27FC236}">
                <a16:creationId xmlns:a16="http://schemas.microsoft.com/office/drawing/2014/main" id="{B953C56E-02FC-B7F1-7E86-B384FFD2837A}"/>
              </a:ext>
            </a:extLst>
          </p:cNvPr>
          <p:cNvSpPr txBox="1"/>
          <p:nvPr/>
        </p:nvSpPr>
        <p:spPr>
          <a:xfrm>
            <a:off x="1340528" y="1360572"/>
            <a:ext cx="5344356" cy="5432256"/>
          </a:xfrm>
          <a:prstGeom prst="rect">
            <a:avLst/>
          </a:prstGeom>
          <a:noFill/>
        </p:spPr>
        <p:txBody>
          <a:bodyPr wrap="square">
            <a:spAutoFit/>
          </a:bodyPr>
          <a:lstStyle/>
          <a:p>
            <a:pPr marL="914400" lvl="2">
              <a:spcBef>
                <a:spcPts val="1200"/>
              </a:spcBef>
              <a:spcAft>
                <a:spcPts val="600"/>
              </a:spcAft>
            </a:pPr>
            <a:r>
              <a:rPr lang="en-US" sz="2000" b="1" dirty="0">
                <a:effectLst/>
                <a:latin typeface="Arial" panose="020B0604020202020204" pitchFamily="34" charset="0"/>
                <a:ea typeface="Times New Roman" panose="02020603050405020304" pitchFamily="18" charset="0"/>
                <a:cs typeface="Times New Roman" panose="02020603050405020304" pitchFamily="18" charset="0"/>
              </a:rPr>
              <a:t>Verify SSH access.</a:t>
            </a:r>
            <a:endParaRPr lang="hr-HR" sz="2000" b="1" dirty="0">
              <a:effectLst/>
              <a:latin typeface="Arial" panose="020B0604020202020204" pitchFamily="34" charset="0"/>
              <a:ea typeface="Times New Roman" panose="02020603050405020304" pitchFamily="18" charset="0"/>
              <a:cs typeface="Times New Roman" panose="02020603050405020304" pitchFamily="18" charset="0"/>
            </a:endParaRPr>
          </a:p>
          <a:p>
            <a:pPr marL="228600">
              <a:spcBef>
                <a:spcPts val="600"/>
              </a:spcBef>
              <a:spcAft>
                <a:spcPts val="600"/>
              </a:spcAft>
            </a:pPr>
            <a:r>
              <a:rPr lang="en-US" sz="1600" dirty="0">
                <a:effectLst/>
                <a:latin typeface="Arial" panose="020B0604020202020204" pitchFamily="34" charset="0"/>
                <a:ea typeface="Calibri" panose="020F0502020204030204" pitchFamily="34" charset="0"/>
                <a:cs typeface="Times New Roman" panose="02020603050405020304" pitchFamily="18" charset="0"/>
              </a:rPr>
              <a:t>In this step, you will establish an SSH session to the network devices. </a:t>
            </a:r>
            <a:endParaRPr lang="hr-HR" sz="1600" dirty="0">
              <a:effectLst/>
              <a:latin typeface="Arial" panose="020B0604020202020204" pitchFamily="34" charset="0"/>
              <a:ea typeface="Calibri" panose="020F0502020204030204" pitchFamily="34" charset="0"/>
              <a:cs typeface="Times New Roman" panose="02020603050405020304" pitchFamily="18" charset="0"/>
            </a:endParaRPr>
          </a:p>
          <a:p>
            <a:pPr marL="1600200" lvl="3" indent="-228600">
              <a:spcBef>
                <a:spcPts val="600"/>
              </a:spcBef>
              <a:spcAft>
                <a:spcPts val="600"/>
              </a:spcAft>
              <a:buFont typeface="+mj-lt"/>
              <a:buAutoNum type="alphaLcPeriod"/>
              <a:tabLst>
                <a:tab pos="228600" algn="l"/>
                <a:tab pos="457200" algn="l"/>
              </a:tabLst>
            </a:pPr>
            <a:r>
              <a:rPr lang="en-US" sz="1600" dirty="0">
                <a:effectLst/>
                <a:latin typeface="Arial" panose="020B0604020202020204" pitchFamily="34" charset="0"/>
                <a:ea typeface="Calibri" panose="020F0502020204030204" pitchFamily="34" charset="0"/>
                <a:cs typeface="Times New Roman" panose="02020603050405020304" pitchFamily="18" charset="0"/>
              </a:rPr>
              <a:t>From the command prompt of another laptop or PC, access S1 via SSH using the username </a:t>
            </a:r>
            <a:r>
              <a:rPr lang="en-US" sz="1600" b="1" dirty="0" err="1">
                <a:effectLst/>
                <a:latin typeface="Arial" panose="020B0604020202020204" pitchFamily="34" charset="0"/>
                <a:ea typeface="Calibri" panose="020F0502020204030204" pitchFamily="34" charset="0"/>
                <a:cs typeface="Times New Roman" panose="02020603050405020304" pitchFamily="18" charset="0"/>
              </a:rPr>
              <a:t>SSHuser</a:t>
            </a:r>
            <a:r>
              <a:rPr lang="en-US" sz="1600" b="1" dirty="0">
                <a:effectLst/>
                <a:latin typeface="Arial" panose="020B0604020202020204" pitchFamily="34" charset="0"/>
                <a:ea typeface="Calibri" panose="020F0502020204030204" pitchFamily="34" charset="0"/>
                <a:cs typeface="Times New Roman" panose="02020603050405020304" pitchFamily="18" charset="0"/>
              </a:rPr>
              <a:t> </a:t>
            </a:r>
            <a:r>
              <a:rPr lang="en-US" sz="1600" dirty="0">
                <a:effectLst/>
                <a:latin typeface="Arial" panose="020B0604020202020204" pitchFamily="34" charset="0"/>
                <a:ea typeface="Calibri" panose="020F0502020204030204" pitchFamily="34" charset="0"/>
                <a:cs typeface="Times New Roman" panose="02020603050405020304" pitchFamily="18" charset="0"/>
              </a:rPr>
              <a:t>and password </a:t>
            </a:r>
            <a:r>
              <a:rPr lang="en-US" sz="1600" b="1" dirty="0" err="1">
                <a:effectLst/>
                <a:latin typeface="Arial" panose="020B0604020202020204" pitchFamily="34" charset="0"/>
                <a:ea typeface="Calibri" panose="020F0502020204030204" pitchFamily="34" charset="0"/>
                <a:cs typeface="Times New Roman" panose="02020603050405020304" pitchFamily="18" charset="0"/>
              </a:rPr>
              <a:t>SSHuserpass</a:t>
            </a:r>
            <a:r>
              <a:rPr lang="en-US" sz="1600" dirty="0">
                <a:effectLst/>
                <a:latin typeface="Arial" panose="020B0604020202020204" pitchFamily="34" charset="0"/>
                <a:ea typeface="Calibri" panose="020F0502020204030204" pitchFamily="34" charset="0"/>
                <a:cs typeface="Times New Roman" panose="02020603050405020304" pitchFamily="18" charset="0"/>
              </a:rPr>
              <a:t>.</a:t>
            </a:r>
            <a:endParaRPr lang="hr-HR" sz="1600" dirty="0">
              <a:effectLst/>
              <a:latin typeface="Arial" panose="020B0604020202020204" pitchFamily="34" charset="0"/>
              <a:ea typeface="Calibri" panose="020F0502020204030204" pitchFamily="34" charset="0"/>
              <a:cs typeface="Times New Roman" panose="02020603050405020304" pitchFamily="18" charset="0"/>
            </a:endParaRPr>
          </a:p>
          <a:p>
            <a:pPr marL="457200">
              <a:spcBef>
                <a:spcPts val="300"/>
              </a:spcBef>
              <a:spcAft>
                <a:spcPts val="300"/>
              </a:spcAft>
            </a:pPr>
            <a:r>
              <a:rPr lang="en-US" sz="1600" dirty="0">
                <a:effectLst/>
                <a:latin typeface="Courier New" panose="02070309020205020404" pitchFamily="49" charset="0"/>
                <a:ea typeface="Calibri" panose="020F0502020204030204" pitchFamily="34" charset="0"/>
                <a:cs typeface="Times New Roman" panose="02020603050405020304" pitchFamily="18" charset="0"/>
              </a:rPr>
              <a:t>C:/&gt; </a:t>
            </a:r>
            <a:r>
              <a:rPr lang="en-US" sz="1600" b="1" dirty="0">
                <a:effectLst/>
                <a:latin typeface="Courier New" panose="02070309020205020404" pitchFamily="49" charset="0"/>
                <a:ea typeface="Calibri" panose="020F0502020204030204" pitchFamily="34" charset="0"/>
                <a:cs typeface="Times New Roman" panose="02020603050405020304" pitchFamily="18" charset="0"/>
              </a:rPr>
              <a:t>ssh -l </a:t>
            </a:r>
            <a:r>
              <a:rPr lang="en-US" sz="1600" b="1" dirty="0" err="1">
                <a:effectLst/>
                <a:latin typeface="Courier New" panose="02070309020205020404" pitchFamily="49" charset="0"/>
                <a:ea typeface="Calibri" panose="020F0502020204030204" pitchFamily="34" charset="0"/>
                <a:cs typeface="Times New Roman" panose="02020603050405020304" pitchFamily="18" charset="0"/>
              </a:rPr>
              <a:t>SSHuser</a:t>
            </a:r>
            <a:r>
              <a:rPr lang="en-US" sz="1600" b="1" dirty="0">
                <a:effectLst/>
                <a:latin typeface="Courier New" panose="02070309020205020404" pitchFamily="49" charset="0"/>
                <a:ea typeface="Calibri" panose="020F0502020204030204" pitchFamily="34" charset="0"/>
                <a:cs typeface="Times New Roman" panose="02020603050405020304" pitchFamily="18" charset="0"/>
              </a:rPr>
              <a:t> 10.0.1.2</a:t>
            </a:r>
            <a:endParaRPr lang="hr-HR" sz="1600" dirty="0">
              <a:effectLst/>
              <a:latin typeface="Courier New" panose="02070309020205020404" pitchFamily="49" charset="0"/>
              <a:ea typeface="Calibri" panose="020F0502020204030204" pitchFamily="34" charset="0"/>
              <a:cs typeface="Times New Roman" panose="02020603050405020304" pitchFamily="18" charset="0"/>
            </a:endParaRPr>
          </a:p>
          <a:p>
            <a:pPr marL="1600200" lvl="3" indent="-228600">
              <a:spcBef>
                <a:spcPts val="600"/>
              </a:spcBef>
              <a:spcAft>
                <a:spcPts val="600"/>
              </a:spcAft>
              <a:buFont typeface="+mj-lt"/>
              <a:buAutoNum type="alphaLcPeriod"/>
              <a:tabLst>
                <a:tab pos="228600" algn="l"/>
                <a:tab pos="457200" algn="l"/>
              </a:tabLst>
            </a:pPr>
            <a:r>
              <a:rPr lang="en-US" sz="1600" dirty="0">
                <a:effectLst/>
                <a:latin typeface="Arial" panose="020B0604020202020204" pitchFamily="34" charset="0"/>
                <a:ea typeface="Calibri" panose="020F0502020204030204" pitchFamily="34" charset="0"/>
                <a:cs typeface="Times New Roman" panose="02020603050405020304" pitchFamily="18" charset="0"/>
              </a:rPr>
              <a:t>Repeat and access S2 (10.0.2.2) via SSH using the credentials </a:t>
            </a:r>
            <a:r>
              <a:rPr lang="en-US" sz="1600" b="1" dirty="0" err="1">
                <a:effectLst/>
                <a:latin typeface="Arial" panose="020B0604020202020204" pitchFamily="34" charset="0"/>
                <a:ea typeface="Calibri" panose="020F0502020204030204" pitchFamily="34" charset="0"/>
                <a:cs typeface="Times New Roman" panose="02020603050405020304" pitchFamily="18" charset="0"/>
              </a:rPr>
              <a:t>SSHuser</a:t>
            </a:r>
            <a:r>
              <a:rPr lang="en-US" sz="1600" dirty="0">
                <a:effectLst/>
                <a:latin typeface="Arial" panose="020B0604020202020204" pitchFamily="34" charset="0"/>
                <a:ea typeface="Calibri" panose="020F0502020204030204" pitchFamily="34" charset="0"/>
                <a:cs typeface="Times New Roman" panose="02020603050405020304" pitchFamily="18" charset="0"/>
              </a:rPr>
              <a:t> / </a:t>
            </a:r>
            <a:r>
              <a:rPr lang="en-US" sz="1600" b="1" dirty="0" err="1">
                <a:effectLst/>
                <a:latin typeface="Arial" panose="020B0604020202020204" pitchFamily="34" charset="0"/>
                <a:ea typeface="Calibri" panose="020F0502020204030204" pitchFamily="34" charset="0"/>
                <a:cs typeface="Times New Roman" panose="02020603050405020304" pitchFamily="18" charset="0"/>
              </a:rPr>
              <a:t>SSHuserpass</a:t>
            </a:r>
            <a:r>
              <a:rPr lang="en-US" sz="1600" dirty="0">
                <a:effectLst/>
                <a:latin typeface="Arial" panose="020B0604020202020204" pitchFamily="34" charset="0"/>
                <a:ea typeface="Calibri" panose="020F0502020204030204" pitchFamily="34" charset="0"/>
                <a:cs typeface="Times New Roman" panose="02020603050405020304" pitchFamily="18" charset="0"/>
              </a:rPr>
              <a:t>.</a:t>
            </a:r>
            <a:endParaRPr lang="hr-HR" sz="1600" dirty="0">
              <a:effectLst/>
              <a:latin typeface="Arial" panose="020B0604020202020204" pitchFamily="34" charset="0"/>
              <a:ea typeface="Calibri" panose="020F0502020204030204" pitchFamily="34" charset="0"/>
              <a:cs typeface="Times New Roman" panose="02020603050405020304" pitchFamily="18" charset="0"/>
            </a:endParaRPr>
          </a:p>
          <a:p>
            <a:pPr marL="1600200" lvl="3" indent="-228600">
              <a:spcBef>
                <a:spcPts val="600"/>
              </a:spcBef>
              <a:spcAft>
                <a:spcPts val="600"/>
              </a:spcAft>
              <a:buFont typeface="+mj-lt"/>
              <a:buAutoNum type="alphaLcPeriod"/>
              <a:tabLst>
                <a:tab pos="228600" algn="l"/>
                <a:tab pos="457200" algn="l"/>
              </a:tabLst>
            </a:pPr>
            <a:r>
              <a:rPr lang="en-US" sz="1600" dirty="0">
                <a:effectLst/>
                <a:latin typeface="Arial" panose="020B0604020202020204" pitchFamily="34" charset="0"/>
                <a:ea typeface="Calibri" panose="020F0502020204030204" pitchFamily="34" charset="0"/>
                <a:cs typeface="Times New Roman" panose="02020603050405020304" pitchFamily="18" charset="0"/>
              </a:rPr>
              <a:t>From the command prompt of a laptop or PC, access R1 via SSH using the user account configured in the previous step.</a:t>
            </a:r>
            <a:endParaRPr lang="hr-HR" sz="1600" dirty="0">
              <a:effectLst/>
              <a:latin typeface="Arial" panose="020B0604020202020204" pitchFamily="34" charset="0"/>
              <a:ea typeface="Calibri" panose="020F0502020204030204" pitchFamily="34" charset="0"/>
              <a:cs typeface="Times New Roman" panose="02020603050405020304" pitchFamily="18" charset="0"/>
            </a:endParaRPr>
          </a:p>
          <a:p>
            <a:pPr marL="1600200" lvl="3" indent="-228600">
              <a:spcBef>
                <a:spcPts val="600"/>
              </a:spcBef>
              <a:spcAft>
                <a:spcPts val="600"/>
              </a:spcAft>
              <a:buFont typeface="+mj-lt"/>
              <a:buAutoNum type="alphaLcPeriod"/>
              <a:tabLst>
                <a:tab pos="228600" algn="l"/>
                <a:tab pos="457200" algn="l"/>
              </a:tabLst>
            </a:pPr>
            <a:r>
              <a:rPr lang="en-US" sz="1600" dirty="0">
                <a:effectLst/>
                <a:latin typeface="Arial" panose="020B0604020202020204" pitchFamily="34" charset="0"/>
                <a:ea typeface="Calibri" panose="020F0502020204030204" pitchFamily="34" charset="0"/>
                <a:cs typeface="Times New Roman" panose="02020603050405020304" pitchFamily="18" charset="0"/>
              </a:rPr>
              <a:t>Leave all the established SSH sessions open for NTP and Syslog configurations.</a:t>
            </a:r>
            <a:endParaRPr lang="hr-HR" sz="1600" dirty="0">
              <a:effectLst/>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39429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4BA2B-A56B-8F5D-7FD1-E963BCF910EE}"/>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3F832978-F28A-EDB3-7A13-0894B108C1F3}"/>
              </a:ext>
            </a:extLst>
          </p:cNvPr>
          <p:cNvSpPr>
            <a:spLocks noGrp="1"/>
          </p:cNvSpPr>
          <p:nvPr>
            <p:ph type="title"/>
          </p:nvPr>
        </p:nvSpPr>
        <p:spPr>
          <a:xfrm>
            <a:off x="520700" y="774882"/>
            <a:ext cx="9650413" cy="3088906"/>
          </a:xfrm>
        </p:spPr>
        <p:txBody>
          <a:bodyPr/>
          <a:lstStyle/>
          <a:p>
            <a:pPr marL="457200">
              <a:spcBef>
                <a:spcPts val="300"/>
              </a:spcBef>
              <a:spcAft>
                <a:spcPts val="300"/>
              </a:spcAft>
            </a:pPr>
            <a:r>
              <a:rPr lang="en-US"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t>Configure Cisco Devices for Syslog, NTP, and SSH Operations</a:t>
            </a:r>
            <a:br>
              <a:rPr lang="pl-PL"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br>
            <a:br>
              <a:rPr lang="pl-PL"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br>
            <a:br>
              <a:rPr lang="pl-PL" sz="3200" b="1" i="0" dirty="0">
                <a:solidFill>
                  <a:srgbClr val="000000"/>
                </a:solidFill>
                <a:effectLst/>
                <a:latin typeface="Arial" panose="020B0604020202020204" pitchFamily="34" charset="0"/>
              </a:rPr>
            </a:br>
            <a:r>
              <a:rPr lang="en-US" sz="1800" b="1" dirty="0">
                <a:effectLst/>
                <a:latin typeface="Arial" panose="020B0604020202020204" pitchFamily="34" charset="0"/>
                <a:ea typeface="Times New Roman" panose="02020603050405020304" pitchFamily="18" charset="0"/>
                <a:cs typeface="Times New Roman" panose="02020603050405020304" pitchFamily="18" charset="0"/>
              </a:rPr>
              <a:t>Configure Syslog Service</a:t>
            </a:r>
            <a:br>
              <a:rPr lang="hr-HR" sz="1800" b="1" dirty="0">
                <a:effectLst/>
                <a:latin typeface="Arial" panose="020B0604020202020204" pitchFamily="34" charset="0"/>
                <a:ea typeface="Times New Roman" panose="02020603050405020304" pitchFamily="18" charset="0"/>
                <a:cs typeface="Times New Roman" panose="02020603050405020304" pitchFamily="18" charset="0"/>
              </a:rPr>
            </a:b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endParaRPr lang="hr-HR" dirty="0"/>
          </a:p>
        </p:txBody>
      </p:sp>
      <p:pic>
        <p:nvPicPr>
          <p:cNvPr id="4" name="Obraz 3">
            <a:extLst>
              <a:ext uri="{FF2B5EF4-FFF2-40B4-BE49-F238E27FC236}">
                <a16:creationId xmlns:a16="http://schemas.microsoft.com/office/drawing/2014/main" id="{5AC85349-187A-631C-1A30-51F127904540}"/>
              </a:ext>
            </a:extLst>
          </p:cNvPr>
          <p:cNvPicPr>
            <a:picLocks noChangeAspect="1"/>
          </p:cNvPicPr>
          <p:nvPr/>
        </p:nvPicPr>
        <p:blipFill>
          <a:blip r:embed="rId2"/>
          <a:stretch>
            <a:fillRect/>
          </a:stretch>
        </p:blipFill>
        <p:spPr>
          <a:xfrm>
            <a:off x="668540" y="2319335"/>
            <a:ext cx="9099185" cy="3332841"/>
          </a:xfrm>
          <a:prstGeom prst="rect">
            <a:avLst/>
          </a:prstGeom>
        </p:spPr>
      </p:pic>
    </p:spTree>
    <p:extLst>
      <p:ext uri="{BB962C8B-B14F-4D97-AF65-F5344CB8AC3E}">
        <p14:creationId xmlns:p14="http://schemas.microsoft.com/office/powerpoint/2010/main" val="28354928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CD486-88D3-2A63-D7CC-D98034ACC4E5}"/>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E9C874FE-D299-D3DF-4139-809ACA3E895C}"/>
              </a:ext>
            </a:extLst>
          </p:cNvPr>
          <p:cNvSpPr>
            <a:spLocks noGrp="1"/>
          </p:cNvSpPr>
          <p:nvPr>
            <p:ph type="title"/>
          </p:nvPr>
        </p:nvSpPr>
        <p:spPr>
          <a:xfrm>
            <a:off x="520700" y="774882"/>
            <a:ext cx="9650413" cy="4383044"/>
          </a:xfrm>
        </p:spPr>
        <p:txBody>
          <a:bodyPr/>
          <a:lstStyle/>
          <a:p>
            <a:pPr marL="914400" lvl="2">
              <a:spcBef>
                <a:spcPts val="1200"/>
              </a:spcBef>
              <a:spcAft>
                <a:spcPts val="600"/>
              </a:spcAft>
            </a:pPr>
            <a:r>
              <a:rPr lang="en-US"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t>Configure Cisco Devices for Syslog, NTP, and SSH Operations</a:t>
            </a:r>
            <a:br>
              <a:rPr lang="pl-PL"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br>
            <a:br>
              <a:rPr lang="pl-PL"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br>
            <a:r>
              <a:rPr lang="en-US" sz="2400" b="1" dirty="0">
                <a:effectLst/>
                <a:latin typeface="Arial" panose="020B0604020202020204" pitchFamily="34" charset="0"/>
                <a:ea typeface="Times New Roman" panose="02020603050405020304" pitchFamily="18" charset="0"/>
                <a:cs typeface="Times New Roman" panose="02020603050405020304" pitchFamily="18" charset="0"/>
              </a:rPr>
              <a:t>Configure the intermediary devices to use the Syslog service.</a:t>
            </a:r>
            <a:br>
              <a:rPr lang="hr-HR" sz="2400" b="1" dirty="0">
                <a:effectLst/>
                <a:latin typeface="Arial" panose="020B0604020202020204" pitchFamily="34" charset="0"/>
                <a:ea typeface="Times New Roman" panose="02020603050405020304" pitchFamily="18" charset="0"/>
                <a:cs typeface="Times New Roman" panose="02020603050405020304" pitchFamily="18" charset="0"/>
              </a:rPr>
            </a:br>
            <a:r>
              <a:rPr lang="en-US" dirty="0">
                <a:effectLst/>
                <a:latin typeface="Arial" panose="020B0604020202020204" pitchFamily="34" charset="0"/>
                <a:ea typeface="Calibri" panose="020F0502020204030204" pitchFamily="34" charset="0"/>
                <a:cs typeface="Times New Roman" panose="02020603050405020304" pitchFamily="18" charset="0"/>
              </a:rPr>
              <a:t>From the remote SSH session, configure </a:t>
            </a:r>
            <a:r>
              <a:rPr lang="en-US" b="1" dirty="0">
                <a:effectLst/>
                <a:latin typeface="Arial" panose="020B0604020202020204" pitchFamily="34" charset="0"/>
                <a:ea typeface="Calibri" panose="020F0502020204030204" pitchFamily="34" charset="0"/>
                <a:cs typeface="Times New Roman" panose="02020603050405020304" pitchFamily="18" charset="0"/>
              </a:rPr>
              <a:t>R1</a:t>
            </a:r>
            <a:r>
              <a:rPr lang="en-US" dirty="0">
                <a:effectLst/>
                <a:latin typeface="Arial" panose="020B0604020202020204" pitchFamily="34" charset="0"/>
                <a:ea typeface="Calibri" panose="020F0502020204030204" pitchFamily="34" charset="0"/>
                <a:cs typeface="Times New Roman" panose="02020603050405020304" pitchFamily="18" charset="0"/>
              </a:rPr>
              <a:t> to send log events to the </a:t>
            </a:r>
            <a:r>
              <a:rPr lang="en-US" b="1" dirty="0">
                <a:effectLst/>
                <a:latin typeface="Arial" panose="020B0604020202020204" pitchFamily="34" charset="0"/>
                <a:ea typeface="Calibri" panose="020F0502020204030204" pitchFamily="34" charset="0"/>
                <a:cs typeface="Times New Roman" panose="02020603050405020304" pitchFamily="18" charset="0"/>
              </a:rPr>
              <a:t>Syslog</a:t>
            </a:r>
            <a:r>
              <a:rPr lang="en-US" dirty="0">
                <a:effectLst/>
                <a:latin typeface="Arial" panose="020B0604020202020204" pitchFamily="34" charset="0"/>
                <a:ea typeface="Calibri" panose="020F0502020204030204" pitchFamily="34" charset="0"/>
                <a:cs typeface="Times New Roman" panose="02020603050405020304" pitchFamily="18" charset="0"/>
              </a:rPr>
              <a:t> server.</a:t>
            </a:r>
            <a:br>
              <a:rPr lang="hr-HR" dirty="0">
                <a:effectLst/>
                <a:latin typeface="Arial" panose="020B0604020202020204" pitchFamily="34" charset="0"/>
                <a:ea typeface="Calibri" panose="020F0502020204030204" pitchFamily="34" charset="0"/>
                <a:cs typeface="Times New Roman" panose="02020603050405020304" pitchFamily="18" charset="0"/>
              </a:rPr>
            </a:br>
            <a:r>
              <a:rPr lang="en-US" dirty="0">
                <a:effectLst/>
                <a:latin typeface="Courier New" panose="02070309020205020404" pitchFamily="49" charset="0"/>
                <a:ea typeface="Calibri" panose="020F0502020204030204" pitchFamily="34" charset="0"/>
                <a:cs typeface="Times New Roman" panose="02020603050405020304" pitchFamily="18" charset="0"/>
              </a:rPr>
              <a:t>R1(config)# </a:t>
            </a:r>
            <a:r>
              <a:rPr lang="en-US" b="1" dirty="0">
                <a:effectLst/>
                <a:latin typeface="Courier New" panose="02070309020205020404" pitchFamily="49" charset="0"/>
                <a:ea typeface="Calibri" panose="020F0502020204030204" pitchFamily="34" charset="0"/>
                <a:cs typeface="Times New Roman" panose="02020603050405020304" pitchFamily="18" charset="0"/>
              </a:rPr>
              <a:t>logging 10.0.1.254</a:t>
            </a:r>
            <a:br>
              <a:rPr lang="hr-HR" dirty="0">
                <a:effectLst/>
                <a:latin typeface="Courier New" panose="02070309020205020404" pitchFamily="49" charset="0"/>
                <a:ea typeface="Calibri" panose="020F0502020204030204" pitchFamily="34" charset="0"/>
                <a:cs typeface="Times New Roman" panose="02020603050405020304" pitchFamily="18" charset="0"/>
              </a:rPr>
            </a:br>
            <a:r>
              <a:rPr lang="en-US" dirty="0">
                <a:effectLst/>
                <a:latin typeface="Arial" panose="020B0604020202020204" pitchFamily="34" charset="0"/>
                <a:ea typeface="Calibri" panose="020F0502020204030204" pitchFamily="34" charset="0"/>
                <a:cs typeface="Times New Roman" panose="02020603050405020304" pitchFamily="18" charset="0"/>
              </a:rPr>
              <a:t>From the remote SSH session, configure </a:t>
            </a:r>
            <a:r>
              <a:rPr lang="en-US" b="1" dirty="0">
                <a:effectLst/>
                <a:latin typeface="Arial" panose="020B0604020202020204" pitchFamily="34" charset="0"/>
                <a:ea typeface="Calibri" panose="020F0502020204030204" pitchFamily="34" charset="0"/>
                <a:cs typeface="Times New Roman" panose="02020603050405020304" pitchFamily="18" charset="0"/>
              </a:rPr>
              <a:t>S1</a:t>
            </a:r>
            <a:r>
              <a:rPr lang="en-US" dirty="0">
                <a:effectLst/>
                <a:latin typeface="Arial" panose="020B0604020202020204" pitchFamily="34" charset="0"/>
                <a:ea typeface="Calibri" panose="020F0502020204030204" pitchFamily="34" charset="0"/>
                <a:cs typeface="Times New Roman" panose="02020603050405020304" pitchFamily="18" charset="0"/>
              </a:rPr>
              <a:t> to send log events to the </a:t>
            </a:r>
            <a:r>
              <a:rPr lang="en-US" b="1" dirty="0">
                <a:effectLst/>
                <a:latin typeface="Arial" panose="020B0604020202020204" pitchFamily="34" charset="0"/>
                <a:ea typeface="Calibri" panose="020F0502020204030204" pitchFamily="34" charset="0"/>
                <a:cs typeface="Times New Roman" panose="02020603050405020304" pitchFamily="18" charset="0"/>
              </a:rPr>
              <a:t>Syslog</a:t>
            </a:r>
            <a:r>
              <a:rPr lang="en-US" dirty="0">
                <a:effectLst/>
                <a:latin typeface="Arial" panose="020B0604020202020204" pitchFamily="34" charset="0"/>
                <a:ea typeface="Calibri" panose="020F0502020204030204" pitchFamily="34" charset="0"/>
                <a:cs typeface="Times New Roman" panose="02020603050405020304" pitchFamily="18" charset="0"/>
              </a:rPr>
              <a:t> server.</a:t>
            </a:r>
            <a:br>
              <a:rPr lang="hr-HR" dirty="0">
                <a:effectLst/>
                <a:latin typeface="Arial" panose="020B0604020202020204" pitchFamily="34" charset="0"/>
                <a:ea typeface="Calibri" panose="020F0502020204030204" pitchFamily="34" charset="0"/>
                <a:cs typeface="Times New Roman" panose="02020603050405020304" pitchFamily="18" charset="0"/>
              </a:rPr>
            </a:br>
            <a:r>
              <a:rPr lang="en-US" dirty="0">
                <a:solidFill>
                  <a:srgbClr val="EE0000"/>
                </a:solidFill>
                <a:effectLst/>
                <a:latin typeface="Courier New" panose="02070309020205020404" pitchFamily="49" charset="0"/>
                <a:ea typeface="Calibri" panose="020F0502020204030204" pitchFamily="34" charset="0"/>
                <a:cs typeface="Times New Roman" panose="02020603050405020304" pitchFamily="18" charset="0"/>
              </a:rPr>
              <a:t>S1(config)# </a:t>
            </a:r>
            <a:r>
              <a:rPr lang="en-US" b="1" dirty="0">
                <a:solidFill>
                  <a:srgbClr val="EE0000"/>
                </a:solidFill>
                <a:effectLst/>
                <a:latin typeface="Courier New" panose="02070309020205020404" pitchFamily="49" charset="0"/>
                <a:ea typeface="Calibri" panose="020F0502020204030204" pitchFamily="34" charset="0"/>
                <a:cs typeface="Times New Roman" panose="02020603050405020304" pitchFamily="18" charset="0"/>
              </a:rPr>
              <a:t>logging 10.0.1.254</a:t>
            </a:r>
            <a:br>
              <a:rPr lang="hr-HR" dirty="0">
                <a:solidFill>
                  <a:srgbClr val="EE0000"/>
                </a:solidFill>
                <a:effectLst/>
                <a:latin typeface="Courier New" panose="02070309020205020404" pitchFamily="49" charset="0"/>
                <a:ea typeface="Calibri" panose="020F0502020204030204" pitchFamily="34" charset="0"/>
                <a:cs typeface="Times New Roman" panose="02020603050405020304" pitchFamily="18" charset="0"/>
              </a:rPr>
            </a:br>
            <a:r>
              <a:rPr lang="en-US" dirty="0">
                <a:effectLst/>
                <a:latin typeface="Arial" panose="020B0604020202020204" pitchFamily="34" charset="0"/>
                <a:ea typeface="Calibri" panose="020F0502020204030204" pitchFamily="34" charset="0"/>
                <a:cs typeface="Times New Roman" panose="02020603050405020304" pitchFamily="18" charset="0"/>
              </a:rPr>
              <a:t>From the remote SSH session, configure </a:t>
            </a:r>
            <a:r>
              <a:rPr lang="en-US" b="1" dirty="0">
                <a:effectLst/>
                <a:latin typeface="Arial" panose="020B0604020202020204" pitchFamily="34" charset="0"/>
                <a:ea typeface="Calibri" panose="020F0502020204030204" pitchFamily="34" charset="0"/>
                <a:cs typeface="Times New Roman" panose="02020603050405020304" pitchFamily="18" charset="0"/>
              </a:rPr>
              <a:t>S2</a:t>
            </a:r>
            <a:r>
              <a:rPr lang="en-US" dirty="0">
                <a:effectLst/>
                <a:latin typeface="Arial" panose="020B0604020202020204" pitchFamily="34" charset="0"/>
                <a:ea typeface="Calibri" panose="020F0502020204030204" pitchFamily="34" charset="0"/>
                <a:cs typeface="Times New Roman" panose="02020603050405020304" pitchFamily="18" charset="0"/>
              </a:rPr>
              <a:t> to send log events to the </a:t>
            </a:r>
            <a:r>
              <a:rPr lang="en-US" b="1" dirty="0">
                <a:effectLst/>
                <a:latin typeface="Arial" panose="020B0604020202020204" pitchFamily="34" charset="0"/>
                <a:ea typeface="Calibri" panose="020F0502020204030204" pitchFamily="34" charset="0"/>
                <a:cs typeface="Times New Roman" panose="02020603050405020304" pitchFamily="18" charset="0"/>
              </a:rPr>
              <a:t>Syslog</a:t>
            </a:r>
            <a:r>
              <a:rPr lang="en-US" dirty="0">
                <a:effectLst/>
                <a:latin typeface="Arial" panose="020B0604020202020204" pitchFamily="34" charset="0"/>
                <a:ea typeface="Calibri" panose="020F0502020204030204" pitchFamily="34" charset="0"/>
                <a:cs typeface="Times New Roman" panose="02020603050405020304" pitchFamily="18" charset="0"/>
              </a:rPr>
              <a:t> server.</a:t>
            </a:r>
            <a:br>
              <a:rPr lang="hr-HR" dirty="0">
                <a:effectLst/>
                <a:latin typeface="Arial" panose="020B0604020202020204" pitchFamily="34" charset="0"/>
                <a:ea typeface="Calibri" panose="020F0502020204030204" pitchFamily="34" charset="0"/>
                <a:cs typeface="Times New Roman" panose="02020603050405020304" pitchFamily="18" charset="0"/>
              </a:rPr>
            </a:br>
            <a:r>
              <a:rPr lang="en-US" dirty="0">
                <a:solidFill>
                  <a:srgbClr val="EE0000"/>
                </a:solidFill>
                <a:effectLst/>
                <a:latin typeface="Courier New" panose="02070309020205020404" pitchFamily="49" charset="0"/>
                <a:ea typeface="Calibri" panose="020F0502020204030204" pitchFamily="34" charset="0"/>
                <a:cs typeface="Times New Roman" panose="02020603050405020304" pitchFamily="18" charset="0"/>
              </a:rPr>
              <a:t>S2(config)# </a:t>
            </a:r>
            <a:r>
              <a:rPr lang="en-US" b="1" dirty="0">
                <a:solidFill>
                  <a:srgbClr val="EE0000"/>
                </a:solidFill>
                <a:effectLst/>
                <a:latin typeface="Courier New" panose="02070309020205020404" pitchFamily="49" charset="0"/>
                <a:ea typeface="Calibri" panose="020F0502020204030204" pitchFamily="34" charset="0"/>
                <a:cs typeface="Times New Roman" panose="02020603050405020304" pitchFamily="18" charset="0"/>
              </a:rPr>
              <a:t>logging 10.0.1.254</a:t>
            </a:r>
            <a:br>
              <a:rPr lang="hr-HR" sz="1000" dirty="0">
                <a:solidFill>
                  <a:srgbClr val="EE0000"/>
                </a:solidFill>
                <a:effectLst/>
                <a:latin typeface="Courier New" panose="02070309020205020404" pitchFamily="49" charset="0"/>
                <a:ea typeface="Calibri" panose="020F0502020204030204" pitchFamily="34" charset="0"/>
                <a:cs typeface="Times New Roman" panose="02020603050405020304" pitchFamily="18" charset="0"/>
              </a:rPr>
            </a:br>
            <a:endParaRPr lang="hr-HR" dirty="0"/>
          </a:p>
        </p:txBody>
      </p:sp>
    </p:spTree>
    <p:extLst>
      <p:ext uri="{BB962C8B-B14F-4D97-AF65-F5344CB8AC3E}">
        <p14:creationId xmlns:p14="http://schemas.microsoft.com/office/powerpoint/2010/main" val="22779179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EE0B2-08D2-AD0C-9364-C90F56C0DF64}"/>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715247D1-0652-FA35-3A82-E50E879D178B}"/>
              </a:ext>
            </a:extLst>
          </p:cNvPr>
          <p:cNvSpPr>
            <a:spLocks noGrp="1"/>
          </p:cNvSpPr>
          <p:nvPr>
            <p:ph type="title"/>
          </p:nvPr>
        </p:nvSpPr>
        <p:spPr>
          <a:xfrm>
            <a:off x="520700" y="774882"/>
            <a:ext cx="9650413" cy="3088906"/>
          </a:xfrm>
        </p:spPr>
        <p:txBody>
          <a:bodyPr/>
          <a:lstStyle/>
          <a:p>
            <a:pPr marL="457200">
              <a:spcBef>
                <a:spcPts val="300"/>
              </a:spcBef>
              <a:spcAft>
                <a:spcPts val="300"/>
              </a:spcAft>
            </a:pPr>
            <a:r>
              <a:rPr lang="en-US"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t>Configure Cisco Devices for Syslog, NTP, and SSH Operations</a:t>
            </a:r>
            <a:br>
              <a:rPr lang="pl-PL"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br>
            <a:br>
              <a:rPr lang="pl-PL"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br>
            <a:br>
              <a:rPr lang="pl-PL"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br>
            <a:br>
              <a:rPr lang="pl-PL"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br>
            <a:br>
              <a:rPr lang="pl-PL"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br>
            <a:br>
              <a:rPr lang="pl-PL"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br>
            <a:br>
              <a:rPr lang="pl-PL"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br>
            <a:br>
              <a:rPr lang="pl-PL"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br>
            <a:r>
              <a:rPr lang="pl-PL" sz="40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t>i tak dalej ……………………………….</a:t>
            </a:r>
            <a:br>
              <a:rPr lang="pl-PL" sz="3200" b="1" i="0" dirty="0">
                <a:solidFill>
                  <a:srgbClr val="000000"/>
                </a:solidFill>
                <a:effectLst/>
                <a:latin typeface="Arial" panose="020B0604020202020204" pitchFamily="34" charset="0"/>
              </a:rPr>
            </a:b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endParaRPr lang="hr-HR" dirty="0"/>
          </a:p>
        </p:txBody>
      </p:sp>
    </p:spTree>
    <p:extLst>
      <p:ext uri="{BB962C8B-B14F-4D97-AF65-F5344CB8AC3E}">
        <p14:creationId xmlns:p14="http://schemas.microsoft.com/office/powerpoint/2010/main" val="17363864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4528A-FF0E-3649-1275-C60FA9652D19}"/>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BF7742DB-E9A1-82A4-F904-18F73CB6C552}"/>
              </a:ext>
            </a:extLst>
          </p:cNvPr>
          <p:cNvSpPr>
            <a:spLocks noGrp="1"/>
          </p:cNvSpPr>
          <p:nvPr>
            <p:ph type="title"/>
          </p:nvPr>
        </p:nvSpPr>
        <p:spPr>
          <a:xfrm>
            <a:off x="520700" y="774882"/>
            <a:ext cx="9650413" cy="5190912"/>
          </a:xfrm>
        </p:spPr>
        <p:txBody>
          <a:bodyPr/>
          <a:lstStyle/>
          <a:p>
            <a:pPr>
              <a:spcBef>
                <a:spcPts val="1200"/>
              </a:spcBef>
              <a:spcAft>
                <a:spcPts val="600"/>
              </a:spcAft>
            </a:pPr>
            <a:r>
              <a:rPr lang="en-US"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t>Configure Cisco Devices for Syslog, NTP, and SSH Operations</a:t>
            </a:r>
            <a:br>
              <a:rPr lang="pl-PL"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br>
            <a:br>
              <a:rPr lang="pl-PL"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br>
            <a:r>
              <a:rPr lang="pl-PL"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t>rozwiązanie</a:t>
            </a:r>
            <a:br>
              <a:rPr lang="pl-PL"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br>
            <a:br>
              <a:rPr lang="pl-PL"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br>
            <a:r>
              <a:rPr lang="en-US"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Router R1</a:t>
            </a:r>
            <a:br>
              <a:rPr lang="hr-HR" sz="1800" b="1" dirty="0">
                <a:effectLst/>
                <a:latin typeface="Arial" panose="020B0604020202020204" pitchFamily="34" charset="0"/>
                <a:ea typeface="Times New Roman" panose="02020603050405020304" pitchFamily="18" charset="0"/>
                <a:cs typeface="Times New Roman" panose="02020603050405020304" pitchFamily="18" charset="0"/>
              </a:rPr>
            </a:br>
            <a:br>
              <a:rPr lang="hr-HR" sz="1800" b="1" dirty="0">
                <a:effectLst/>
                <a:latin typeface="Arial" panose="020B0604020202020204" pitchFamily="34" charset="0"/>
                <a:ea typeface="Times New Roman" panose="02020603050405020304" pitchFamily="18" charset="0"/>
                <a:cs typeface="Times New Roman" panose="02020603050405020304" pitchFamily="18" charset="0"/>
              </a:rPr>
            </a:br>
            <a:r>
              <a:rPr lang="en-US"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enable</a:t>
            </a: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r>
              <a:rPr lang="en-US"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config terminal</a:t>
            </a: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r>
              <a:rPr lang="en-US" sz="1800" b="1" dirty="0" err="1">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ip</a:t>
            </a:r>
            <a:r>
              <a:rPr lang="en-US"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 domain-name anyname.com</a:t>
            </a: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r>
              <a:rPr lang="en-US"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username </a:t>
            </a:r>
            <a:r>
              <a:rPr lang="en-US" sz="1800" b="1" dirty="0" err="1">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anyusername</a:t>
            </a:r>
            <a:r>
              <a:rPr lang="en-US"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 secret </a:t>
            </a:r>
            <a:r>
              <a:rPr lang="en-US" sz="1800" b="1" dirty="0" err="1">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anyusernamepassword</a:t>
            </a: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r>
              <a:rPr lang="en-US"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line vty 0 4</a:t>
            </a: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r>
              <a:rPr lang="en-US"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 transport input ssh</a:t>
            </a: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r>
              <a:rPr lang="en-US"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 login local</a:t>
            </a: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r>
              <a:rPr lang="en-US"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 exec-time 5 0</a:t>
            </a: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r>
              <a:rPr lang="en-US"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login block-for 600 attempts 4 within 120</a:t>
            </a: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r>
              <a:rPr lang="en-US"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crypto key generate </a:t>
            </a:r>
            <a:r>
              <a:rPr lang="en-US" sz="1800" b="1" dirty="0" err="1">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rsa</a:t>
            </a:r>
            <a:r>
              <a:rPr lang="en-US"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 general-keys modulus 1024</a:t>
            </a: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r>
              <a:rPr lang="en-US" sz="1800" b="1" dirty="0" err="1">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ntp</a:t>
            </a:r>
            <a:r>
              <a:rPr lang="en-US"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 server 64.103.224.2</a:t>
            </a: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r>
              <a:rPr lang="en-US"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service timestamps log datetime msec</a:t>
            </a: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br>
              <a:rPr lang="pl-PL"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br>
            <a:br>
              <a:rPr lang="pl-PL"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br>
            <a:br>
              <a:rPr lang="pl-PL" sz="3200" b="1" i="0" dirty="0">
                <a:solidFill>
                  <a:srgbClr val="000000"/>
                </a:solidFill>
                <a:effectLst/>
                <a:latin typeface="Arial" panose="020B0604020202020204" pitchFamily="34" charset="0"/>
              </a:rPr>
            </a:b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endParaRPr lang="hr-HR" dirty="0"/>
          </a:p>
        </p:txBody>
      </p:sp>
    </p:spTree>
    <p:extLst>
      <p:ext uri="{BB962C8B-B14F-4D97-AF65-F5344CB8AC3E}">
        <p14:creationId xmlns:p14="http://schemas.microsoft.com/office/powerpoint/2010/main" val="23239582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53F79-EA77-4E2C-F33E-FF22034B941B}"/>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FD86CB58-EE14-4DDD-2F32-DE748FCD56BD}"/>
              </a:ext>
            </a:extLst>
          </p:cNvPr>
          <p:cNvSpPr>
            <a:spLocks noGrp="1"/>
          </p:cNvSpPr>
          <p:nvPr>
            <p:ph type="title"/>
          </p:nvPr>
        </p:nvSpPr>
        <p:spPr>
          <a:xfrm>
            <a:off x="520700" y="774881"/>
            <a:ext cx="9650413" cy="5821227"/>
          </a:xfrm>
        </p:spPr>
        <p:txBody>
          <a:bodyPr/>
          <a:lstStyle/>
          <a:p>
            <a:pPr>
              <a:lnSpc>
                <a:spcPct val="115000"/>
              </a:lnSpc>
            </a:pPr>
            <a:r>
              <a:rPr lang="en-US"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t>Configure Cisco Devices for Syslog, NTP, and SSH Operations</a:t>
            </a:r>
            <a:br>
              <a:rPr lang="pl-PL"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br>
            <a:br>
              <a:rPr lang="pl-PL"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br>
            <a:r>
              <a:rPr lang="pl-PL"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t>rozwiązanie</a:t>
            </a:r>
            <a:br>
              <a:rPr lang="pl-PL"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br>
            <a:br>
              <a:rPr lang="pl-PL"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br>
            <a:r>
              <a:rPr lang="pl-PL"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Switch</a:t>
            </a:r>
            <a:r>
              <a:rPr lang="en-US"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r>
              <a:rPr lang="pl-PL"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S</a:t>
            </a:r>
            <a:r>
              <a:rPr lang="en-US"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a:t>
            </a:r>
            <a:br>
              <a:rPr lang="pl-PL"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br>
            <a:br>
              <a:rPr lang="pl-PL"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br>
            <a:r>
              <a:rPr lang="en-US"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clock set 13:20:00 Feb 12 2021</a:t>
            </a: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r>
              <a:rPr lang="en-US"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enable</a:t>
            </a: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r>
              <a:rPr lang="en-US"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config terminal</a:t>
            </a: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r>
              <a:rPr lang="en-US"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service timestamps log datetime msec</a:t>
            </a:r>
            <a:br>
              <a:rPr lang="pl-PL"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br>
            <a:br>
              <a:rPr lang="pl-PL"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br>
            <a:r>
              <a:rPr lang="pl-PL"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Switch</a:t>
            </a:r>
            <a:r>
              <a:rPr lang="en-US"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r>
              <a:rPr lang="pl-PL"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S</a:t>
            </a:r>
            <a:r>
              <a:rPr lang="pl-PL" sz="18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2</a:t>
            </a:r>
            <a:br>
              <a:rPr lang="pl-PL"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br>
            <a:br>
              <a:rPr lang="pl-PL"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br>
            <a:r>
              <a:rPr lang="en-US"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clock set 13:20:00 Feb 12 2021</a:t>
            </a: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r>
              <a:rPr lang="en-US"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enable</a:t>
            </a: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r>
              <a:rPr lang="en-US"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config terminal</a:t>
            </a: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r>
              <a:rPr lang="en-US" sz="1800" b="1" dirty="0">
                <a:solidFill>
                  <a:srgbClr val="000000"/>
                </a:solidFill>
                <a:effectLst/>
                <a:latin typeface="Courier New" panose="02070309020205020404" pitchFamily="49" charset="0"/>
                <a:ea typeface="Calibri" panose="020F0502020204030204" pitchFamily="34" charset="0"/>
                <a:cs typeface="Times New Roman" panose="02020603050405020304" pitchFamily="18" charset="0"/>
              </a:rPr>
              <a:t>service timestamps log datetime msec</a:t>
            </a: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br>
              <a:rPr lang="hr-HR" sz="1800" b="1" dirty="0">
                <a:effectLst/>
                <a:latin typeface="Arial" panose="020B0604020202020204" pitchFamily="34" charset="0"/>
                <a:ea typeface="Times New Roman" panose="02020603050405020304" pitchFamily="18" charset="0"/>
                <a:cs typeface="Times New Roman" panose="02020603050405020304" pitchFamily="18" charset="0"/>
              </a:rPr>
            </a:br>
            <a:br>
              <a:rPr lang="hr-HR" sz="1800" b="1" dirty="0">
                <a:effectLst/>
                <a:latin typeface="Arial" panose="020B0604020202020204" pitchFamily="34" charset="0"/>
                <a:ea typeface="Times New Roman" panose="02020603050405020304" pitchFamily="18" charset="0"/>
                <a:cs typeface="Times New Roman" panose="02020603050405020304" pitchFamily="18" charset="0"/>
              </a:rPr>
            </a:b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br>
              <a:rPr lang="pl-PL"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br>
            <a:br>
              <a:rPr lang="pl-PL" sz="1800" b="0" dirty="0">
                <a:solidFill>
                  <a:srgbClr val="EE0000"/>
                </a:solidFill>
                <a:effectLst/>
                <a:latin typeface="Arial" panose="020B0604020202020204" pitchFamily="34" charset="0"/>
                <a:ea typeface="Calibri" panose="020F0502020204030204" pitchFamily="34" charset="0"/>
                <a:cs typeface="Times New Roman" panose="02020603050405020304" pitchFamily="18" charset="0"/>
              </a:rPr>
            </a:br>
            <a:br>
              <a:rPr lang="pl-PL" sz="3200" b="1" i="0" dirty="0">
                <a:solidFill>
                  <a:srgbClr val="000000"/>
                </a:solidFill>
                <a:effectLst/>
                <a:latin typeface="Arial" panose="020B0604020202020204" pitchFamily="34" charset="0"/>
              </a:rPr>
            </a:br>
            <a:br>
              <a:rPr lang="hr-HR" sz="1800" dirty="0">
                <a:effectLst/>
                <a:latin typeface="Courier New" panose="02070309020205020404" pitchFamily="49" charset="0"/>
                <a:ea typeface="Calibri" panose="020F0502020204030204" pitchFamily="34" charset="0"/>
                <a:cs typeface="Times New Roman" panose="02020603050405020304" pitchFamily="18" charset="0"/>
              </a:rPr>
            </a:br>
            <a:endParaRPr lang="hr-HR" dirty="0"/>
          </a:p>
        </p:txBody>
      </p:sp>
    </p:spTree>
    <p:extLst>
      <p:ext uri="{BB962C8B-B14F-4D97-AF65-F5344CB8AC3E}">
        <p14:creationId xmlns:p14="http://schemas.microsoft.com/office/powerpoint/2010/main" val="3111316361"/>
      </p:ext>
    </p:extLst>
  </p:cSld>
  <p:clrMapOvr>
    <a:masterClrMapping/>
  </p:clrMapOvr>
</p:sld>
</file>

<file path=ppt/theme/theme1.xml><?xml version="1.0" encoding="utf-8"?>
<a:theme xmlns:a="http://schemas.openxmlformats.org/drawingml/2006/main" name="Office Theme">
  <a:themeElements>
    <a:clrScheme name="WSB OK (rgb)">
      <a:dk1>
        <a:srgbClr val="002C58"/>
      </a:dk1>
      <a:lt1>
        <a:srgbClr val="FFFFFF"/>
      </a:lt1>
      <a:dk2>
        <a:srgbClr val="4DC0E2"/>
      </a:dk2>
      <a:lt2>
        <a:srgbClr val="ACDCEB"/>
      </a:lt2>
      <a:accent1>
        <a:srgbClr val="DC4261"/>
      </a:accent1>
      <a:accent2>
        <a:srgbClr val="002243"/>
      </a:accent2>
      <a:accent3>
        <a:srgbClr val="003D7B"/>
      </a:accent3>
      <a:accent4>
        <a:srgbClr val="005AB3"/>
      </a:accent4>
      <a:accent5>
        <a:srgbClr val="0061C2"/>
      </a:accent5>
      <a:accent6>
        <a:srgbClr val="006BD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f1dfd687-ce92-41e8-800b-11e03cd3205f" xsi:nil="true"/>
    <lcf76f155ced4ddcb4097134ff3c332f xmlns="cc32ea10-24d7-4ab8-908a-92053f695cd3">
      <Terms xmlns="http://schemas.microsoft.com/office/infopath/2007/PartnerControls"/>
    </lcf76f155ced4ddcb4097134ff3c332f>
    <MediaLengthInSeconds xmlns="cc32ea10-24d7-4ab8-908a-92053f695cd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C4838B074BD1B64DBED77476FBBDC7EA" ma:contentTypeVersion="16" ma:contentTypeDescription="Utwórz nowy dokument." ma:contentTypeScope="" ma:versionID="1faa9a61b868f0e42675a6eaccbd43e2">
  <xsd:schema xmlns:xsd="http://www.w3.org/2001/XMLSchema" xmlns:xs="http://www.w3.org/2001/XMLSchema" xmlns:p="http://schemas.microsoft.com/office/2006/metadata/properties" xmlns:ns2="cc32ea10-24d7-4ab8-908a-92053f695cd3" xmlns:ns3="f1dfd687-ce92-41e8-800b-11e03cd3205f" targetNamespace="http://schemas.microsoft.com/office/2006/metadata/properties" ma:root="true" ma:fieldsID="66a0292362dbd25a5142deeef0689148" ns2:_="" ns3:_="">
    <xsd:import namespace="cc32ea10-24d7-4ab8-908a-92053f695cd3"/>
    <xsd:import namespace="f1dfd687-ce92-41e8-800b-11e03cd3205f"/>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c32ea10-24d7-4ab8-908a-92053f695cd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Tagi obrazów" ma:readOnly="false" ma:fieldId="{5cf76f15-5ced-4ddc-b409-7134ff3c332f}" ma:taxonomyMulti="true" ma:sspId="d134e4b8-377d-442c-b5bd-7a06feb52b36"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f1dfd687-ce92-41e8-800b-11e03cd3205f" elementFormDefault="qualified">
    <xsd:import namespace="http://schemas.microsoft.com/office/2006/documentManagement/types"/>
    <xsd:import namespace="http://schemas.microsoft.com/office/infopath/2007/PartnerControls"/>
    <xsd:element name="SharedWithUsers" ma:index="18" nillable="true" ma:displayName="Udostępniani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Udostępnione dla — szczegóły" ma:internalName="SharedWithDetails" ma:readOnly="true">
      <xsd:simpleType>
        <xsd:restriction base="dms:Note">
          <xsd:maxLength value="255"/>
        </xsd:restriction>
      </xsd:simpleType>
    </xsd:element>
    <xsd:element name="TaxCatchAll" ma:index="23" nillable="true" ma:displayName="Taxonomy Catch All Column" ma:hidden="true" ma:list="{515a6a51-fbed-4be8-95e3-b05eba715707}" ma:internalName="TaxCatchAll" ma:showField="CatchAllData" ma:web="f1dfd687-ce92-41e8-800b-11e03cd3205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zawartości"/>
        <xsd:element ref="dc:title" minOccurs="0" maxOccurs="1" ma:index="4" ma:displayName="Tytuł"/>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27721F2-3FF2-4D2A-88BB-AF0BCAFEAA31}">
  <ds:schemaRefs>
    <ds:schemaRef ds:uri="http://schemas.microsoft.com/office/2006/metadata/properties"/>
    <ds:schemaRef ds:uri="http://schemas.microsoft.com/office/infopath/2007/PartnerControls"/>
    <ds:schemaRef ds:uri="f1dfd687-ce92-41e8-800b-11e03cd3205f"/>
    <ds:schemaRef ds:uri="cc32ea10-24d7-4ab8-908a-92053f695cd3"/>
  </ds:schemaRefs>
</ds:datastoreItem>
</file>

<file path=customXml/itemProps2.xml><?xml version="1.0" encoding="utf-8"?>
<ds:datastoreItem xmlns:ds="http://schemas.openxmlformats.org/officeDocument/2006/customXml" ds:itemID="{085157BF-583F-48A4-B39C-8F058835DFA8}">
  <ds:schemaRefs>
    <ds:schemaRef ds:uri="http://schemas.microsoft.com/sharepoint/v3/contenttype/forms"/>
  </ds:schemaRefs>
</ds:datastoreItem>
</file>

<file path=customXml/itemProps3.xml><?xml version="1.0" encoding="utf-8"?>
<ds:datastoreItem xmlns:ds="http://schemas.openxmlformats.org/officeDocument/2006/customXml" ds:itemID="{898D8022-2741-4431-94F1-7D2F6E0B932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c32ea10-24d7-4ab8-908a-92053f695cd3"/>
    <ds:schemaRef ds:uri="f1dfd687-ce92-41e8-800b-11e03cd3205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343</TotalTime>
  <Words>598</Words>
  <Application>Microsoft Office PowerPoint</Application>
  <PresentationFormat>Niestandardowy</PresentationFormat>
  <Paragraphs>16</Paragraphs>
  <Slides>9</Slides>
  <Notes>0</Notes>
  <HiddenSlides>0</HiddenSlides>
  <MMClips>0</MMClips>
  <ScaleCrop>false</ScaleCrop>
  <HeadingPairs>
    <vt:vector size="6" baseType="variant">
      <vt:variant>
        <vt:lpstr>Używane czcionki</vt:lpstr>
      </vt:variant>
      <vt:variant>
        <vt:i4>4</vt:i4>
      </vt:variant>
      <vt:variant>
        <vt:lpstr>Motyw</vt:lpstr>
      </vt:variant>
      <vt:variant>
        <vt:i4>1</vt:i4>
      </vt:variant>
      <vt:variant>
        <vt:lpstr>Tytuły slajdów</vt:lpstr>
      </vt:variant>
      <vt:variant>
        <vt:i4>9</vt:i4>
      </vt:variant>
    </vt:vector>
  </HeadingPairs>
  <TitlesOfParts>
    <vt:vector size="14" baseType="lpstr">
      <vt:lpstr>Arial</vt:lpstr>
      <vt:lpstr>Calibri</vt:lpstr>
      <vt:lpstr>Courier New</vt:lpstr>
      <vt:lpstr>Georgia</vt:lpstr>
      <vt:lpstr>Office Theme</vt:lpstr>
      <vt:lpstr>Configure Cisco Devices for Syslog, NTP, and SSH Operations    </vt:lpstr>
      <vt:lpstr>Configure Cisco Devices for Syslog, NTP, and SSH Operations    In this part, you will access the router R1 via the console port to configure secure remote access SSH. The privileged EXEC password for all the network devices is cisco12345. </vt:lpstr>
      <vt:lpstr>Configure SSH on R1. From the Admin PC, click Terminal within the Desktop tab. Click OK to access router R1. Set a domain name of your choice on R1. Create a user of your choice with a strong encrypted password. Generate 1024-bit RSA keys. Configure all vty lines for SSH access and use the local user profiles for authentication. Set the EXEC mode timeout to 5 minutes on the vty lines. Block anyone for five minutes who fails to log in after four attempts within a two-minute period. R1(config)# login block-for 600 attempts 4 within 120   </vt:lpstr>
      <vt:lpstr>Configure Cisco Devices for Syslog, NTP, and SSH Operations    </vt:lpstr>
      <vt:lpstr>Configure Cisco Devices for Syslog, NTP, and SSH Operations   Configure Syslog Service  </vt:lpstr>
      <vt:lpstr>Configure Cisco Devices for Syslog, NTP, and SSH Operations  Configure the intermediary devices to use the Syslog service. From the remote SSH session, configure R1 to send log events to the Syslog server. R1(config)# logging 10.0.1.254 From the remote SSH session, configure S1 to send log events to the Syslog server. S1(config)# logging 10.0.1.254 From the remote SSH session, configure S2 to send log events to the Syslog server. S2(config)# logging 10.0.1.254 </vt:lpstr>
      <vt:lpstr>Configure Cisco Devices for Syslog, NTP, and SSH Operations        i tak dalej ……………………………….  </vt:lpstr>
      <vt:lpstr>Configure Cisco Devices for Syslog, NTP, and SSH Operations  rozwiązanie  Router R1  enable config terminal ip domain-name anyname.com username anyusername secret anyusernamepassword line vty 0 4  transport input ssh  login local  exec-time 5 0 login block-for 600 attempts 4 within 120 crypto key generate rsa general-keys modulus 1024 ntp server 64.103.224.2 service timestamps log datetime msec     </vt:lpstr>
      <vt:lpstr>Configure Cisco Devices for Syslog, NTP, and SSH Operations  rozwiązanie  Switch S1  clock set 13:20:00 Feb 12 2021 enable config terminal service timestamps log datetime msec  Switch S2  clock set 13:20:00 Feb 12 2021 enable config terminal service timestamps log datetime msec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Slajd 1</dc:title>
  <dc:creator>akornowska</dc:creator>
  <cp:lastModifiedBy>Jerzy Kluczewski</cp:lastModifiedBy>
  <cp:revision>19</cp:revision>
  <dcterms:modified xsi:type="dcterms:W3CDTF">2024-12-21T18:07:54Z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0x010100C4838B074BD1B64DBED77476FBBDC7EA</vt:lpwstr>
  </property>
  <property fmtid="{D5CDD505-2E9C-101B-9397-08002B2CF9AE}" pid="3" name="MediaServiceImageTags">
    <vt:lpwstr/>
  </property>
</Properties>
</file>