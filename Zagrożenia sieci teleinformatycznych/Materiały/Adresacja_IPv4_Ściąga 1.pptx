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e6e2bd4b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c00a9efa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fca2439ec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6c0995c1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2f3129c8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Panoramiczny</PresentationFormat>
  <Paragraphs>0</Paragraphs>
  <Slides>5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Jerzy Kluczewski</dc:creator>
  <cp:keywords/>
  <dc:description>generated using python-pptx</dc:description>
  <cp:lastModifiedBy>Jerzy Kluczewski</cp:lastModifiedBy>
  <cp:revision>2</cp:revision>
  <dcterms:created xsi:type="dcterms:W3CDTF">2026-09-08T12:14:43Z</dcterms:created>
  <dcterms:modified xsi:type="dcterms:W3CDTF">2026-09-10T08:15:42Z</dcterms:modified>
  <cp:category/>
</cp:coreProperties>
</file>